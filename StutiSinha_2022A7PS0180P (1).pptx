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Figtree"/>
      <p:regular r:id="rId33"/>
      <p:bold r:id="rId34"/>
      <p:italic r:id="rId35"/>
      <p:boldItalic r:id="rId36"/>
    </p:embeddedFont>
    <p:embeddedFont>
      <p:font typeface="Jost Light"/>
      <p:regular r:id="rId37"/>
      <p:bold r:id="rId38"/>
      <p:italic r:id="rId39"/>
      <p:boldItalic r:id="rId40"/>
    </p:embeddedFont>
    <p:embeddedFont>
      <p:font typeface="Figtree Medium"/>
      <p:regular r:id="rId41"/>
      <p:bold r:id="rId42"/>
      <p:italic r:id="rId43"/>
      <p:boldItalic r:id="rId44"/>
    </p:embeddedFont>
    <p:embeddedFont>
      <p:font typeface="Figtree Light"/>
      <p:regular r:id="rId45"/>
      <p:bold r:id="rId46"/>
      <p:italic r:id="rId47"/>
      <p:boldItalic r:id="rId48"/>
    </p:embeddedFont>
    <p:embeddedFont>
      <p:font typeface="Jos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3" roundtripDataSignature="AMtx7mjpQC4rfvYKyEGUh9jfVTM57/CR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JostLight-boldItalic.fntdata"/><Relationship Id="rId42" Type="http://schemas.openxmlformats.org/officeDocument/2006/relationships/font" Target="fonts/FigtreeMedium-bold.fntdata"/><Relationship Id="rId41" Type="http://schemas.openxmlformats.org/officeDocument/2006/relationships/font" Target="fonts/FigtreeMedium-regular.fntdata"/><Relationship Id="rId44" Type="http://schemas.openxmlformats.org/officeDocument/2006/relationships/font" Target="fonts/FigtreeMedium-boldItalic.fntdata"/><Relationship Id="rId43" Type="http://schemas.openxmlformats.org/officeDocument/2006/relationships/font" Target="fonts/FigtreeMedium-italic.fntdata"/><Relationship Id="rId46" Type="http://schemas.openxmlformats.org/officeDocument/2006/relationships/font" Target="fonts/FigtreeLight-bold.fntdata"/><Relationship Id="rId45" Type="http://schemas.openxmlformats.org/officeDocument/2006/relationships/font" Target="fonts/Figtree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FigtreeLight-boldItalic.fntdata"/><Relationship Id="rId47" Type="http://schemas.openxmlformats.org/officeDocument/2006/relationships/font" Target="fonts/FigtreeLight-italic.fntdata"/><Relationship Id="rId49" Type="http://schemas.openxmlformats.org/officeDocument/2006/relationships/font" Target="fonts/Jos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font" Target="fonts/Figtree-regular.fntdata"/><Relationship Id="rId32" Type="http://schemas.openxmlformats.org/officeDocument/2006/relationships/slide" Target="slides/slide27.xml"/><Relationship Id="rId35" Type="http://schemas.openxmlformats.org/officeDocument/2006/relationships/font" Target="fonts/Figtree-italic.fntdata"/><Relationship Id="rId34" Type="http://schemas.openxmlformats.org/officeDocument/2006/relationships/font" Target="fonts/Figtree-bold.fntdata"/><Relationship Id="rId37" Type="http://schemas.openxmlformats.org/officeDocument/2006/relationships/font" Target="fonts/JostLight-regular.fntdata"/><Relationship Id="rId36" Type="http://schemas.openxmlformats.org/officeDocument/2006/relationships/font" Target="fonts/Figtree-boldItalic.fntdata"/><Relationship Id="rId39" Type="http://schemas.openxmlformats.org/officeDocument/2006/relationships/font" Target="fonts/JostLight-italic.fntdata"/><Relationship Id="rId38" Type="http://schemas.openxmlformats.org/officeDocument/2006/relationships/font" Target="fonts/JostLight-bold.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Jost-italic.fntdata"/><Relationship Id="rId50" Type="http://schemas.openxmlformats.org/officeDocument/2006/relationships/font" Target="fonts/Jost-bold.fntdata"/><Relationship Id="rId53" Type="http://customschemas.google.com/relationships/presentationmetadata" Target="metadata"/><Relationship Id="rId52" Type="http://schemas.openxmlformats.org/officeDocument/2006/relationships/font" Target="fonts/Jos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6" name="Google Shape;43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087beae8b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1" name="Google Shape;441;g3b087beae8b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b087beae8b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g3b087beae8b_1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b087beae8b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g3b087beae8b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b087beae8b_1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5" name="Google Shape;465;g3b087beae8b_1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b087beae8b_1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7" name="Google Shape;477;g3b087beae8b_1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b087beae8b_1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3" name="Google Shape;483;g3b087beae8b_1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3b087beae8b_1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9" name="Google Shape;489;g3b087beae8b_1_1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3b087beae8b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g3b087beae8b_1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b087beae8b_1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g3b087beae8b_1_1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b087beae8b_1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g3b087beae8b_1_1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3" name="Google Shape;52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5" name="Google Shape;535;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b087beae8b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g3b087beae8b_1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6" name="Google Shape;55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9" name="Google Shape;56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5" name="Google Shape;57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1" name="Google Shape;58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b087beae8b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g3b087beae8b_1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b087beae8b_1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g3b087beae8b_1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9" name="Google Shape;59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 Alt 1">
  <p:cSld name="CUSTOM_7_1_1_1_1_1_1_1_1_1_1_1_1_1_1_1_1">
    <p:spTree>
      <p:nvGrpSpPr>
        <p:cNvPr id="10" name="Shape 10"/>
        <p:cNvGrpSpPr/>
        <p:nvPr/>
      </p:nvGrpSpPr>
      <p:grpSpPr>
        <a:xfrm>
          <a:off x="0" y="0"/>
          <a:ext cx="0" cy="0"/>
          <a:chOff x="0" y="0"/>
          <a:chExt cx="0" cy="0"/>
        </a:xfrm>
      </p:grpSpPr>
      <p:pic>
        <p:nvPicPr>
          <p:cNvPr id="11" name="Google Shape;11;p29"/>
          <p:cNvPicPr preferRelativeResize="0"/>
          <p:nvPr/>
        </p:nvPicPr>
        <p:blipFill rotWithShape="1">
          <a:blip r:embed="rId2">
            <a:alphaModFix/>
          </a:blip>
          <a:srcRect b="0" l="0" r="0" t="0"/>
          <a:stretch/>
        </p:blipFill>
        <p:spPr>
          <a:xfrm>
            <a:off x="0" y="0"/>
            <a:ext cx="9144003" cy="5143501"/>
          </a:xfrm>
          <a:prstGeom prst="rect">
            <a:avLst/>
          </a:prstGeom>
          <a:noFill/>
          <a:ln>
            <a:noFill/>
          </a:ln>
        </p:spPr>
      </p:pic>
      <p:sp>
        <p:nvSpPr>
          <p:cNvPr id="12" name="Google Shape;12;p29"/>
          <p:cNvSpPr txBox="1"/>
          <p:nvPr>
            <p:ph idx="1" type="subTitle"/>
          </p:nvPr>
        </p:nvSpPr>
        <p:spPr>
          <a:xfrm>
            <a:off x="228225" y="1298200"/>
            <a:ext cx="2712000" cy="174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3" name="Google Shape;13;p29"/>
          <p:cNvSpPr txBox="1"/>
          <p:nvPr>
            <p:ph type="title"/>
          </p:nvPr>
        </p:nvSpPr>
        <p:spPr>
          <a:xfrm>
            <a:off x="228225" y="4579187"/>
            <a:ext cx="7310400" cy="405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800"/>
              <a:buFont typeface="Figtree Light"/>
              <a:buNone/>
              <a:defRPr sz="800">
                <a:latin typeface="Figtree Light"/>
                <a:ea typeface="Figtree Light"/>
                <a:cs typeface="Figtree Light"/>
                <a:sym typeface="Figtree Light"/>
              </a:defRPr>
            </a:lvl1pPr>
            <a:lvl2pPr lvl="1" algn="l">
              <a:lnSpc>
                <a:spcPct val="100000"/>
              </a:lnSpc>
              <a:spcBef>
                <a:spcPts val="0"/>
              </a:spcBef>
              <a:spcAft>
                <a:spcPts val="0"/>
              </a:spcAft>
              <a:buClr>
                <a:schemeClr val="dk1"/>
              </a:buClr>
              <a:buSzPts val="1400"/>
              <a:buNone/>
              <a:defRPr/>
            </a:lvl2pPr>
            <a:lvl3pPr lvl="2" algn="l">
              <a:lnSpc>
                <a:spcPct val="100000"/>
              </a:lnSpc>
              <a:spcBef>
                <a:spcPts val="0"/>
              </a:spcBef>
              <a:spcAft>
                <a:spcPts val="0"/>
              </a:spcAft>
              <a:buClr>
                <a:schemeClr val="dk1"/>
              </a:buClr>
              <a:buSzPts val="1400"/>
              <a:buNone/>
              <a:defRPr/>
            </a:lvl3pPr>
            <a:lvl4pPr lvl="3" algn="l">
              <a:lnSpc>
                <a:spcPct val="100000"/>
              </a:lnSpc>
              <a:spcBef>
                <a:spcPts val="0"/>
              </a:spcBef>
              <a:spcAft>
                <a:spcPts val="0"/>
              </a:spcAft>
              <a:buClr>
                <a:schemeClr val="dk1"/>
              </a:buClr>
              <a:buSzPts val="1400"/>
              <a:buNone/>
              <a:defRPr/>
            </a:lvl4pPr>
            <a:lvl5pPr lvl="4" algn="l">
              <a:lnSpc>
                <a:spcPct val="100000"/>
              </a:lnSpc>
              <a:spcBef>
                <a:spcPts val="0"/>
              </a:spcBef>
              <a:spcAft>
                <a:spcPts val="0"/>
              </a:spcAft>
              <a:buClr>
                <a:schemeClr val="dk1"/>
              </a:buClr>
              <a:buSzPts val="1400"/>
              <a:buNone/>
              <a:defRPr/>
            </a:lvl5pPr>
            <a:lvl6pPr lvl="5" algn="l">
              <a:lnSpc>
                <a:spcPct val="100000"/>
              </a:lnSpc>
              <a:spcBef>
                <a:spcPts val="0"/>
              </a:spcBef>
              <a:spcAft>
                <a:spcPts val="0"/>
              </a:spcAft>
              <a:buClr>
                <a:schemeClr val="dk1"/>
              </a:buClr>
              <a:buSzPts val="1400"/>
              <a:buNone/>
              <a:defRPr/>
            </a:lvl6pPr>
            <a:lvl7pPr lvl="6" algn="l">
              <a:lnSpc>
                <a:spcPct val="100000"/>
              </a:lnSpc>
              <a:spcBef>
                <a:spcPts val="0"/>
              </a:spcBef>
              <a:spcAft>
                <a:spcPts val="0"/>
              </a:spcAft>
              <a:buClr>
                <a:schemeClr val="dk1"/>
              </a:buClr>
              <a:buSzPts val="1400"/>
              <a:buNone/>
              <a:defRPr/>
            </a:lvl7pPr>
            <a:lvl8pPr lvl="7" algn="l">
              <a:lnSpc>
                <a:spcPct val="100000"/>
              </a:lnSpc>
              <a:spcBef>
                <a:spcPts val="0"/>
              </a:spcBef>
              <a:spcAft>
                <a:spcPts val="0"/>
              </a:spcAft>
              <a:buClr>
                <a:schemeClr val="dk1"/>
              </a:buClr>
              <a:buSzPts val="1400"/>
              <a:buNone/>
              <a:defRPr/>
            </a:lvl8pPr>
            <a:lvl9pPr lvl="8" algn="l">
              <a:lnSpc>
                <a:spcPct val="100000"/>
              </a:lnSpc>
              <a:spcBef>
                <a:spcPts val="0"/>
              </a:spcBef>
              <a:spcAft>
                <a:spcPts val="0"/>
              </a:spcAft>
              <a:buClr>
                <a:schemeClr val="dk1"/>
              </a:buClr>
              <a:buSzPts val="1400"/>
              <a:buNone/>
              <a:defRPr/>
            </a:lvl9pPr>
          </a:lstStyle>
          <a:p/>
        </p:txBody>
      </p:sp>
      <p:sp>
        <p:nvSpPr>
          <p:cNvPr id="14" name="Google Shape;14;p29"/>
          <p:cNvSpPr txBox="1"/>
          <p:nvPr>
            <p:ph idx="2" type="subTitle"/>
          </p:nvPr>
        </p:nvSpPr>
        <p:spPr>
          <a:xfrm>
            <a:off x="228225" y="2260925"/>
            <a:ext cx="5340300" cy="267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200"/>
              <a:buNone/>
              <a:defRPr sz="1200">
                <a:solidFill>
                  <a:schemeClr val="dk2"/>
                </a:solidFill>
              </a:defRPr>
            </a:lvl1pPr>
            <a:lvl2pPr lvl="1" algn="l">
              <a:lnSpc>
                <a:spcPct val="100000"/>
              </a:lnSpc>
              <a:spcBef>
                <a:spcPts val="0"/>
              </a:spcBef>
              <a:spcAft>
                <a:spcPts val="0"/>
              </a:spcAft>
              <a:buSzPts val="1200"/>
              <a:buNone/>
              <a:defRPr sz="1200">
                <a:solidFill>
                  <a:schemeClr val="dk2"/>
                </a:solidFill>
              </a:defRPr>
            </a:lvl2pPr>
            <a:lvl3pPr lvl="2" algn="l">
              <a:lnSpc>
                <a:spcPct val="100000"/>
              </a:lnSpc>
              <a:spcBef>
                <a:spcPts val="0"/>
              </a:spcBef>
              <a:spcAft>
                <a:spcPts val="0"/>
              </a:spcAft>
              <a:buSzPts val="1200"/>
              <a:buNone/>
              <a:defRPr sz="1200">
                <a:solidFill>
                  <a:schemeClr val="dk2"/>
                </a:solidFill>
              </a:defRPr>
            </a:lvl3pPr>
            <a:lvl4pPr lvl="3" algn="l">
              <a:lnSpc>
                <a:spcPct val="100000"/>
              </a:lnSpc>
              <a:spcBef>
                <a:spcPts val="0"/>
              </a:spcBef>
              <a:spcAft>
                <a:spcPts val="0"/>
              </a:spcAft>
              <a:buSzPts val="1200"/>
              <a:buNone/>
              <a:defRPr sz="1200">
                <a:solidFill>
                  <a:schemeClr val="dk2"/>
                </a:solidFill>
              </a:defRPr>
            </a:lvl4pPr>
            <a:lvl5pPr lvl="4" algn="l">
              <a:lnSpc>
                <a:spcPct val="100000"/>
              </a:lnSpc>
              <a:spcBef>
                <a:spcPts val="0"/>
              </a:spcBef>
              <a:spcAft>
                <a:spcPts val="0"/>
              </a:spcAft>
              <a:buSzPts val="1200"/>
              <a:buNone/>
              <a:defRPr sz="1200">
                <a:solidFill>
                  <a:schemeClr val="dk2"/>
                </a:solidFill>
              </a:defRPr>
            </a:lvl5pPr>
            <a:lvl6pPr lvl="5" algn="l">
              <a:lnSpc>
                <a:spcPct val="100000"/>
              </a:lnSpc>
              <a:spcBef>
                <a:spcPts val="0"/>
              </a:spcBef>
              <a:spcAft>
                <a:spcPts val="0"/>
              </a:spcAft>
              <a:buSzPts val="1200"/>
              <a:buNone/>
              <a:defRPr sz="1200">
                <a:solidFill>
                  <a:schemeClr val="dk2"/>
                </a:solidFill>
              </a:defRPr>
            </a:lvl6pPr>
            <a:lvl7pPr lvl="6" algn="l">
              <a:lnSpc>
                <a:spcPct val="100000"/>
              </a:lnSpc>
              <a:spcBef>
                <a:spcPts val="0"/>
              </a:spcBef>
              <a:spcAft>
                <a:spcPts val="0"/>
              </a:spcAft>
              <a:buSzPts val="1200"/>
              <a:buNone/>
              <a:defRPr sz="1200">
                <a:solidFill>
                  <a:schemeClr val="dk2"/>
                </a:solidFill>
              </a:defRPr>
            </a:lvl7pPr>
            <a:lvl8pPr lvl="7" algn="l">
              <a:lnSpc>
                <a:spcPct val="100000"/>
              </a:lnSpc>
              <a:spcBef>
                <a:spcPts val="0"/>
              </a:spcBef>
              <a:spcAft>
                <a:spcPts val="0"/>
              </a:spcAft>
              <a:buSzPts val="1200"/>
              <a:buNone/>
              <a:defRPr sz="1200">
                <a:solidFill>
                  <a:schemeClr val="dk2"/>
                </a:solidFill>
              </a:defRPr>
            </a:lvl8pPr>
            <a:lvl9pPr lvl="8" algn="l">
              <a:lnSpc>
                <a:spcPct val="100000"/>
              </a:lnSpc>
              <a:spcBef>
                <a:spcPts val="0"/>
              </a:spcBef>
              <a:spcAft>
                <a:spcPts val="0"/>
              </a:spcAft>
              <a:buSzPts val="1200"/>
              <a:buNone/>
              <a:defRPr sz="1200">
                <a:solidFill>
                  <a:schemeClr val="dk2"/>
                </a:solidFill>
              </a:defRPr>
            </a:lvl9pPr>
          </a:lstStyle>
          <a:p/>
        </p:txBody>
      </p:sp>
      <p:sp>
        <p:nvSpPr>
          <p:cNvPr id="15" name="Google Shape;15;p29"/>
          <p:cNvSpPr txBox="1"/>
          <p:nvPr>
            <p:ph idx="3" type="title"/>
          </p:nvPr>
        </p:nvSpPr>
        <p:spPr>
          <a:xfrm>
            <a:off x="189618" y="1545733"/>
            <a:ext cx="8278500" cy="1444200"/>
          </a:xfrm>
          <a:prstGeom prst="rect">
            <a:avLst/>
          </a:prstGeom>
          <a:noFill/>
          <a:ln>
            <a:noFill/>
          </a:ln>
        </p:spPr>
        <p:txBody>
          <a:bodyPr anchorCtr="0" anchor="t" bIns="91425" lIns="0" spcFirstLastPara="1" rIns="91425" wrap="square" tIns="91425">
            <a:noAutofit/>
          </a:bodyPr>
          <a:lstStyle>
            <a:lvl1pPr lvl="0" algn="l">
              <a:lnSpc>
                <a:spcPct val="80000"/>
              </a:lnSpc>
              <a:spcBef>
                <a:spcPts val="0"/>
              </a:spcBef>
              <a:spcAft>
                <a:spcPts val="0"/>
              </a:spcAft>
              <a:buClr>
                <a:schemeClr val="dk1"/>
              </a:buClr>
              <a:buSzPts val="8000"/>
              <a:buFont typeface="Figtree"/>
              <a:buNone/>
              <a:defRPr sz="8000"/>
            </a:lvl1pPr>
            <a:lvl2pPr lvl="1" algn="l">
              <a:lnSpc>
                <a:spcPct val="100000"/>
              </a:lnSpc>
              <a:spcBef>
                <a:spcPts val="0"/>
              </a:spcBef>
              <a:spcAft>
                <a:spcPts val="0"/>
              </a:spcAft>
              <a:buClr>
                <a:schemeClr val="dk1"/>
              </a:buClr>
              <a:buSzPts val="8000"/>
              <a:buNone/>
              <a:defRPr sz="8000">
                <a:solidFill>
                  <a:schemeClr val="dk1"/>
                </a:solidFill>
              </a:defRPr>
            </a:lvl2pPr>
            <a:lvl3pPr lvl="2" algn="l">
              <a:lnSpc>
                <a:spcPct val="100000"/>
              </a:lnSpc>
              <a:spcBef>
                <a:spcPts val="0"/>
              </a:spcBef>
              <a:spcAft>
                <a:spcPts val="0"/>
              </a:spcAft>
              <a:buClr>
                <a:schemeClr val="dk1"/>
              </a:buClr>
              <a:buSzPts val="8000"/>
              <a:buNone/>
              <a:defRPr sz="8000">
                <a:solidFill>
                  <a:schemeClr val="dk1"/>
                </a:solidFill>
              </a:defRPr>
            </a:lvl3pPr>
            <a:lvl4pPr lvl="3" algn="l">
              <a:lnSpc>
                <a:spcPct val="100000"/>
              </a:lnSpc>
              <a:spcBef>
                <a:spcPts val="0"/>
              </a:spcBef>
              <a:spcAft>
                <a:spcPts val="0"/>
              </a:spcAft>
              <a:buClr>
                <a:schemeClr val="dk1"/>
              </a:buClr>
              <a:buSzPts val="8000"/>
              <a:buNone/>
              <a:defRPr sz="8000">
                <a:solidFill>
                  <a:schemeClr val="dk1"/>
                </a:solidFill>
              </a:defRPr>
            </a:lvl4pPr>
            <a:lvl5pPr lvl="4" algn="l">
              <a:lnSpc>
                <a:spcPct val="100000"/>
              </a:lnSpc>
              <a:spcBef>
                <a:spcPts val="0"/>
              </a:spcBef>
              <a:spcAft>
                <a:spcPts val="0"/>
              </a:spcAft>
              <a:buClr>
                <a:schemeClr val="dk1"/>
              </a:buClr>
              <a:buSzPts val="8000"/>
              <a:buNone/>
              <a:defRPr sz="8000">
                <a:solidFill>
                  <a:schemeClr val="dk1"/>
                </a:solidFill>
              </a:defRPr>
            </a:lvl5pPr>
            <a:lvl6pPr lvl="5" algn="l">
              <a:lnSpc>
                <a:spcPct val="100000"/>
              </a:lnSpc>
              <a:spcBef>
                <a:spcPts val="0"/>
              </a:spcBef>
              <a:spcAft>
                <a:spcPts val="0"/>
              </a:spcAft>
              <a:buClr>
                <a:schemeClr val="dk1"/>
              </a:buClr>
              <a:buSzPts val="8000"/>
              <a:buNone/>
              <a:defRPr sz="8000">
                <a:solidFill>
                  <a:schemeClr val="dk1"/>
                </a:solidFill>
              </a:defRPr>
            </a:lvl6pPr>
            <a:lvl7pPr lvl="6" algn="l">
              <a:lnSpc>
                <a:spcPct val="100000"/>
              </a:lnSpc>
              <a:spcBef>
                <a:spcPts val="0"/>
              </a:spcBef>
              <a:spcAft>
                <a:spcPts val="0"/>
              </a:spcAft>
              <a:buClr>
                <a:schemeClr val="dk1"/>
              </a:buClr>
              <a:buSzPts val="8000"/>
              <a:buNone/>
              <a:defRPr sz="8000">
                <a:solidFill>
                  <a:schemeClr val="dk1"/>
                </a:solidFill>
              </a:defRPr>
            </a:lvl7pPr>
            <a:lvl8pPr lvl="7" algn="l">
              <a:lnSpc>
                <a:spcPct val="100000"/>
              </a:lnSpc>
              <a:spcBef>
                <a:spcPts val="0"/>
              </a:spcBef>
              <a:spcAft>
                <a:spcPts val="0"/>
              </a:spcAft>
              <a:buClr>
                <a:schemeClr val="dk1"/>
              </a:buClr>
              <a:buSzPts val="8000"/>
              <a:buNone/>
              <a:defRPr sz="8000">
                <a:solidFill>
                  <a:schemeClr val="dk1"/>
                </a:solidFill>
              </a:defRPr>
            </a:lvl8pPr>
            <a:lvl9pPr lvl="8" algn="l">
              <a:lnSpc>
                <a:spcPct val="100000"/>
              </a:lnSpc>
              <a:spcBef>
                <a:spcPts val="0"/>
              </a:spcBef>
              <a:spcAft>
                <a:spcPts val="0"/>
              </a:spcAft>
              <a:buClr>
                <a:schemeClr val="dk1"/>
              </a:buClr>
              <a:buSzPts val="8000"/>
              <a:buNone/>
              <a:defRPr sz="8000">
                <a:solidFill>
                  <a:schemeClr val="dk1"/>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2">
  <p:cSld name="CUSTOM_8_1_1_1_1_1_1_1_1_1_1_1_1_1_1_1_1_1_1_1_1_1_1_1_1_1_1_1_1_1_1_1_1_1_1_2">
    <p:spTree>
      <p:nvGrpSpPr>
        <p:cNvPr id="16" name="Shape 16"/>
        <p:cNvGrpSpPr/>
        <p:nvPr/>
      </p:nvGrpSpPr>
      <p:grpSpPr>
        <a:xfrm>
          <a:off x="0" y="0"/>
          <a:ext cx="0" cy="0"/>
          <a:chOff x="0" y="0"/>
          <a:chExt cx="0" cy="0"/>
        </a:xfrm>
      </p:grpSpPr>
      <p:sp>
        <p:nvSpPr>
          <p:cNvPr id="17" name="Google Shape;17;p30"/>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8" name="Google Shape;18;p30"/>
          <p:cNvSpPr/>
          <p:nvPr/>
        </p:nvSpPr>
        <p:spPr>
          <a:xfrm rot="5400000">
            <a:off x="4817100" y="0"/>
            <a:ext cx="4326900" cy="43269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9" name="Google Shape;19;p30"/>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0" name="Google Shape;20;p30"/>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1" name="Google Shape;21;p30"/>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2" name="Google Shape;22;p30"/>
          <p:cNvSpPr txBox="1"/>
          <p:nvPr>
            <p:ph idx="1" type="subTitle"/>
          </p:nvPr>
        </p:nvSpPr>
        <p:spPr>
          <a:xfrm>
            <a:off x="3238050" y="1804700"/>
            <a:ext cx="2667900" cy="5331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a:lvl1pPr>
            <a:lvl2pPr lvl="1" algn="ctr">
              <a:lnSpc>
                <a:spcPct val="95000"/>
              </a:lnSpc>
              <a:spcBef>
                <a:spcPts val="0"/>
              </a:spcBef>
              <a:spcAft>
                <a:spcPts val="0"/>
              </a:spcAft>
              <a:buSzPts val="1200"/>
              <a:buNone/>
              <a:defRPr/>
            </a:lvl2pPr>
            <a:lvl3pPr lvl="2" algn="ctr">
              <a:lnSpc>
                <a:spcPct val="95000"/>
              </a:lnSpc>
              <a:spcBef>
                <a:spcPts val="0"/>
              </a:spcBef>
              <a:spcAft>
                <a:spcPts val="0"/>
              </a:spcAft>
              <a:buSzPts val="1200"/>
              <a:buNone/>
              <a:defRPr/>
            </a:lvl3pPr>
            <a:lvl4pPr lvl="3" algn="ctr">
              <a:lnSpc>
                <a:spcPct val="95000"/>
              </a:lnSpc>
              <a:spcBef>
                <a:spcPts val="0"/>
              </a:spcBef>
              <a:spcAft>
                <a:spcPts val="0"/>
              </a:spcAft>
              <a:buSzPts val="1200"/>
              <a:buNone/>
              <a:defRPr/>
            </a:lvl4pPr>
            <a:lvl5pPr lvl="4" algn="ctr">
              <a:lnSpc>
                <a:spcPct val="95000"/>
              </a:lnSpc>
              <a:spcBef>
                <a:spcPts val="0"/>
              </a:spcBef>
              <a:spcAft>
                <a:spcPts val="0"/>
              </a:spcAft>
              <a:buSzPts val="1200"/>
              <a:buNone/>
              <a:defRPr/>
            </a:lvl5pPr>
            <a:lvl6pPr lvl="5" algn="ctr">
              <a:lnSpc>
                <a:spcPct val="95000"/>
              </a:lnSpc>
              <a:spcBef>
                <a:spcPts val="0"/>
              </a:spcBef>
              <a:spcAft>
                <a:spcPts val="0"/>
              </a:spcAft>
              <a:buSzPts val="1200"/>
              <a:buNone/>
              <a:defRPr/>
            </a:lvl6pPr>
            <a:lvl7pPr lvl="6" algn="ctr">
              <a:lnSpc>
                <a:spcPct val="95000"/>
              </a:lnSpc>
              <a:spcBef>
                <a:spcPts val="0"/>
              </a:spcBef>
              <a:spcAft>
                <a:spcPts val="0"/>
              </a:spcAft>
              <a:buSzPts val="1200"/>
              <a:buNone/>
              <a:defRPr/>
            </a:lvl7pPr>
            <a:lvl8pPr lvl="7" algn="ctr">
              <a:lnSpc>
                <a:spcPct val="95000"/>
              </a:lnSpc>
              <a:spcBef>
                <a:spcPts val="0"/>
              </a:spcBef>
              <a:spcAft>
                <a:spcPts val="0"/>
              </a:spcAft>
              <a:buSzPts val="1200"/>
              <a:buNone/>
              <a:defRPr/>
            </a:lvl8pPr>
            <a:lvl9pPr lvl="8" algn="ctr">
              <a:lnSpc>
                <a:spcPct val="95000"/>
              </a:lnSpc>
              <a:spcBef>
                <a:spcPts val="0"/>
              </a:spcBef>
              <a:spcAft>
                <a:spcPts val="0"/>
              </a:spcAft>
              <a:buSzPts val="1200"/>
              <a:buNone/>
              <a:defRPr/>
            </a:lvl9pPr>
          </a:lstStyle>
          <a:p/>
        </p:txBody>
      </p:sp>
      <p:sp>
        <p:nvSpPr>
          <p:cNvPr id="23" name="Google Shape;23;p30"/>
          <p:cNvSpPr txBox="1"/>
          <p:nvPr>
            <p:ph idx="4" type="subTitle"/>
          </p:nvPr>
        </p:nvSpPr>
        <p:spPr>
          <a:xfrm>
            <a:off x="4056600" y="2688550"/>
            <a:ext cx="1124700" cy="5331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sz="3000">
                <a:solidFill>
                  <a:schemeClr val="dk2"/>
                </a:solidFill>
              </a:defRPr>
            </a:lvl1pPr>
            <a:lvl2pPr lvl="1" algn="ctr">
              <a:lnSpc>
                <a:spcPct val="95000"/>
              </a:lnSpc>
              <a:spcBef>
                <a:spcPts val="0"/>
              </a:spcBef>
              <a:spcAft>
                <a:spcPts val="0"/>
              </a:spcAft>
              <a:buSzPts val="1200"/>
              <a:buNone/>
              <a:defRPr sz="3000">
                <a:solidFill>
                  <a:schemeClr val="dk2"/>
                </a:solidFill>
              </a:defRPr>
            </a:lvl2pPr>
            <a:lvl3pPr lvl="2" algn="ctr">
              <a:lnSpc>
                <a:spcPct val="95000"/>
              </a:lnSpc>
              <a:spcBef>
                <a:spcPts val="0"/>
              </a:spcBef>
              <a:spcAft>
                <a:spcPts val="0"/>
              </a:spcAft>
              <a:buSzPts val="1200"/>
              <a:buNone/>
              <a:defRPr sz="3000">
                <a:solidFill>
                  <a:schemeClr val="dk2"/>
                </a:solidFill>
              </a:defRPr>
            </a:lvl3pPr>
            <a:lvl4pPr lvl="3" algn="ctr">
              <a:lnSpc>
                <a:spcPct val="95000"/>
              </a:lnSpc>
              <a:spcBef>
                <a:spcPts val="0"/>
              </a:spcBef>
              <a:spcAft>
                <a:spcPts val="0"/>
              </a:spcAft>
              <a:buSzPts val="1200"/>
              <a:buNone/>
              <a:defRPr sz="3000">
                <a:solidFill>
                  <a:schemeClr val="dk2"/>
                </a:solidFill>
              </a:defRPr>
            </a:lvl4pPr>
            <a:lvl5pPr lvl="4" algn="ctr">
              <a:lnSpc>
                <a:spcPct val="95000"/>
              </a:lnSpc>
              <a:spcBef>
                <a:spcPts val="0"/>
              </a:spcBef>
              <a:spcAft>
                <a:spcPts val="0"/>
              </a:spcAft>
              <a:buSzPts val="1200"/>
              <a:buNone/>
              <a:defRPr sz="3000">
                <a:solidFill>
                  <a:schemeClr val="dk2"/>
                </a:solidFill>
              </a:defRPr>
            </a:lvl5pPr>
            <a:lvl6pPr lvl="5" algn="ctr">
              <a:lnSpc>
                <a:spcPct val="95000"/>
              </a:lnSpc>
              <a:spcBef>
                <a:spcPts val="0"/>
              </a:spcBef>
              <a:spcAft>
                <a:spcPts val="0"/>
              </a:spcAft>
              <a:buSzPts val="1200"/>
              <a:buNone/>
              <a:defRPr sz="3000">
                <a:solidFill>
                  <a:schemeClr val="dk2"/>
                </a:solidFill>
              </a:defRPr>
            </a:lvl6pPr>
            <a:lvl7pPr lvl="6" algn="ctr">
              <a:lnSpc>
                <a:spcPct val="95000"/>
              </a:lnSpc>
              <a:spcBef>
                <a:spcPts val="0"/>
              </a:spcBef>
              <a:spcAft>
                <a:spcPts val="0"/>
              </a:spcAft>
              <a:buSzPts val="1200"/>
              <a:buNone/>
              <a:defRPr sz="3000">
                <a:solidFill>
                  <a:schemeClr val="dk2"/>
                </a:solidFill>
              </a:defRPr>
            </a:lvl7pPr>
            <a:lvl8pPr lvl="7" algn="ctr">
              <a:lnSpc>
                <a:spcPct val="95000"/>
              </a:lnSpc>
              <a:spcBef>
                <a:spcPts val="0"/>
              </a:spcBef>
              <a:spcAft>
                <a:spcPts val="0"/>
              </a:spcAft>
              <a:buSzPts val="1200"/>
              <a:buNone/>
              <a:defRPr sz="3000">
                <a:solidFill>
                  <a:schemeClr val="dk2"/>
                </a:solidFill>
              </a:defRPr>
            </a:lvl8pPr>
            <a:lvl9pPr lvl="8" algn="ctr">
              <a:lnSpc>
                <a:spcPct val="95000"/>
              </a:lnSpc>
              <a:spcBef>
                <a:spcPts val="0"/>
              </a:spcBef>
              <a:spcAft>
                <a:spcPts val="0"/>
              </a:spcAft>
              <a:buSzPts val="1200"/>
              <a:buNone/>
              <a:defRPr sz="3000">
                <a:solidFill>
                  <a:schemeClr val="dk2"/>
                </a:solidFill>
              </a:defRPr>
            </a:lvl9pPr>
          </a:lstStyle>
          <a:p/>
        </p:txBody>
      </p:sp>
      <p:sp>
        <p:nvSpPr>
          <p:cNvPr id="24" name="Google Shape;24;p30"/>
          <p:cNvSpPr txBox="1"/>
          <p:nvPr>
            <p:ph idx="5" type="subTitle"/>
          </p:nvPr>
        </p:nvSpPr>
        <p:spPr>
          <a:xfrm>
            <a:off x="3457950" y="2233425"/>
            <a:ext cx="2228100" cy="5331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sz="1000"/>
            </a:lvl1pPr>
            <a:lvl2pPr lvl="1" algn="ctr">
              <a:lnSpc>
                <a:spcPct val="95000"/>
              </a:lnSpc>
              <a:spcBef>
                <a:spcPts val="0"/>
              </a:spcBef>
              <a:spcAft>
                <a:spcPts val="0"/>
              </a:spcAft>
              <a:buSzPts val="1200"/>
              <a:buNone/>
              <a:defRPr sz="1000"/>
            </a:lvl2pPr>
            <a:lvl3pPr lvl="2" algn="ctr">
              <a:lnSpc>
                <a:spcPct val="95000"/>
              </a:lnSpc>
              <a:spcBef>
                <a:spcPts val="0"/>
              </a:spcBef>
              <a:spcAft>
                <a:spcPts val="0"/>
              </a:spcAft>
              <a:buSzPts val="1200"/>
              <a:buNone/>
              <a:defRPr sz="1000"/>
            </a:lvl3pPr>
            <a:lvl4pPr lvl="3" algn="ctr">
              <a:lnSpc>
                <a:spcPct val="95000"/>
              </a:lnSpc>
              <a:spcBef>
                <a:spcPts val="0"/>
              </a:spcBef>
              <a:spcAft>
                <a:spcPts val="0"/>
              </a:spcAft>
              <a:buSzPts val="1200"/>
              <a:buNone/>
              <a:defRPr sz="1000"/>
            </a:lvl4pPr>
            <a:lvl5pPr lvl="4" algn="ctr">
              <a:lnSpc>
                <a:spcPct val="95000"/>
              </a:lnSpc>
              <a:spcBef>
                <a:spcPts val="0"/>
              </a:spcBef>
              <a:spcAft>
                <a:spcPts val="0"/>
              </a:spcAft>
              <a:buSzPts val="1200"/>
              <a:buNone/>
              <a:defRPr sz="1000"/>
            </a:lvl5pPr>
            <a:lvl6pPr lvl="5" algn="ctr">
              <a:lnSpc>
                <a:spcPct val="95000"/>
              </a:lnSpc>
              <a:spcBef>
                <a:spcPts val="0"/>
              </a:spcBef>
              <a:spcAft>
                <a:spcPts val="0"/>
              </a:spcAft>
              <a:buSzPts val="1200"/>
              <a:buNone/>
              <a:defRPr sz="1000"/>
            </a:lvl6pPr>
            <a:lvl7pPr lvl="6" algn="ctr">
              <a:lnSpc>
                <a:spcPct val="95000"/>
              </a:lnSpc>
              <a:spcBef>
                <a:spcPts val="0"/>
              </a:spcBef>
              <a:spcAft>
                <a:spcPts val="0"/>
              </a:spcAft>
              <a:buSzPts val="1200"/>
              <a:buNone/>
              <a:defRPr sz="1000"/>
            </a:lvl7pPr>
            <a:lvl8pPr lvl="7" algn="ctr">
              <a:lnSpc>
                <a:spcPct val="95000"/>
              </a:lnSpc>
              <a:spcBef>
                <a:spcPts val="0"/>
              </a:spcBef>
              <a:spcAft>
                <a:spcPts val="0"/>
              </a:spcAft>
              <a:buSzPts val="1200"/>
              <a:buNone/>
              <a:defRPr sz="1000"/>
            </a:lvl8pPr>
            <a:lvl9pPr lvl="8" algn="ctr">
              <a:lnSpc>
                <a:spcPct val="95000"/>
              </a:lnSpc>
              <a:spcBef>
                <a:spcPts val="0"/>
              </a:spcBef>
              <a:spcAft>
                <a:spcPts val="0"/>
              </a:spcAft>
              <a:buSzPts val="1200"/>
              <a:buNone/>
              <a:defRPr sz="1000"/>
            </a:lvl9pPr>
          </a:lstStyle>
          <a:p/>
        </p:txBody>
      </p:sp>
      <p:sp>
        <p:nvSpPr>
          <p:cNvPr id="25" name="Google Shape;25;p30"/>
          <p:cNvSpPr txBox="1"/>
          <p:nvPr>
            <p:ph idx="6" type="subTitle"/>
          </p:nvPr>
        </p:nvSpPr>
        <p:spPr>
          <a:xfrm>
            <a:off x="803225" y="1817900"/>
            <a:ext cx="2667900" cy="5331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a:lvl1pPr>
            <a:lvl2pPr lvl="1" algn="ctr">
              <a:lnSpc>
                <a:spcPct val="95000"/>
              </a:lnSpc>
              <a:spcBef>
                <a:spcPts val="0"/>
              </a:spcBef>
              <a:spcAft>
                <a:spcPts val="0"/>
              </a:spcAft>
              <a:buSzPts val="1200"/>
              <a:buNone/>
              <a:defRPr/>
            </a:lvl2pPr>
            <a:lvl3pPr lvl="2" algn="ctr">
              <a:lnSpc>
                <a:spcPct val="95000"/>
              </a:lnSpc>
              <a:spcBef>
                <a:spcPts val="0"/>
              </a:spcBef>
              <a:spcAft>
                <a:spcPts val="0"/>
              </a:spcAft>
              <a:buSzPts val="1200"/>
              <a:buNone/>
              <a:defRPr/>
            </a:lvl3pPr>
            <a:lvl4pPr lvl="3" algn="ctr">
              <a:lnSpc>
                <a:spcPct val="95000"/>
              </a:lnSpc>
              <a:spcBef>
                <a:spcPts val="0"/>
              </a:spcBef>
              <a:spcAft>
                <a:spcPts val="0"/>
              </a:spcAft>
              <a:buSzPts val="1200"/>
              <a:buNone/>
              <a:defRPr/>
            </a:lvl4pPr>
            <a:lvl5pPr lvl="4" algn="ctr">
              <a:lnSpc>
                <a:spcPct val="95000"/>
              </a:lnSpc>
              <a:spcBef>
                <a:spcPts val="0"/>
              </a:spcBef>
              <a:spcAft>
                <a:spcPts val="0"/>
              </a:spcAft>
              <a:buSzPts val="1200"/>
              <a:buNone/>
              <a:defRPr/>
            </a:lvl5pPr>
            <a:lvl6pPr lvl="5" algn="ctr">
              <a:lnSpc>
                <a:spcPct val="95000"/>
              </a:lnSpc>
              <a:spcBef>
                <a:spcPts val="0"/>
              </a:spcBef>
              <a:spcAft>
                <a:spcPts val="0"/>
              </a:spcAft>
              <a:buSzPts val="1200"/>
              <a:buNone/>
              <a:defRPr/>
            </a:lvl6pPr>
            <a:lvl7pPr lvl="6" algn="ctr">
              <a:lnSpc>
                <a:spcPct val="95000"/>
              </a:lnSpc>
              <a:spcBef>
                <a:spcPts val="0"/>
              </a:spcBef>
              <a:spcAft>
                <a:spcPts val="0"/>
              </a:spcAft>
              <a:buSzPts val="1200"/>
              <a:buNone/>
              <a:defRPr/>
            </a:lvl7pPr>
            <a:lvl8pPr lvl="7" algn="ctr">
              <a:lnSpc>
                <a:spcPct val="95000"/>
              </a:lnSpc>
              <a:spcBef>
                <a:spcPts val="0"/>
              </a:spcBef>
              <a:spcAft>
                <a:spcPts val="0"/>
              </a:spcAft>
              <a:buSzPts val="1200"/>
              <a:buNone/>
              <a:defRPr/>
            </a:lvl8pPr>
            <a:lvl9pPr lvl="8" algn="ctr">
              <a:lnSpc>
                <a:spcPct val="95000"/>
              </a:lnSpc>
              <a:spcBef>
                <a:spcPts val="0"/>
              </a:spcBef>
              <a:spcAft>
                <a:spcPts val="0"/>
              </a:spcAft>
              <a:buSzPts val="1200"/>
              <a:buNone/>
              <a:defRPr/>
            </a:lvl9pPr>
          </a:lstStyle>
          <a:p/>
        </p:txBody>
      </p:sp>
      <p:sp>
        <p:nvSpPr>
          <p:cNvPr id="26" name="Google Shape;26;p30"/>
          <p:cNvSpPr txBox="1"/>
          <p:nvPr>
            <p:ph idx="7" type="subTitle"/>
          </p:nvPr>
        </p:nvSpPr>
        <p:spPr>
          <a:xfrm>
            <a:off x="1621775" y="2701750"/>
            <a:ext cx="1124700" cy="5331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sz="3000">
                <a:solidFill>
                  <a:schemeClr val="dk2"/>
                </a:solidFill>
              </a:defRPr>
            </a:lvl1pPr>
            <a:lvl2pPr lvl="1" algn="ctr">
              <a:lnSpc>
                <a:spcPct val="95000"/>
              </a:lnSpc>
              <a:spcBef>
                <a:spcPts val="0"/>
              </a:spcBef>
              <a:spcAft>
                <a:spcPts val="0"/>
              </a:spcAft>
              <a:buSzPts val="1200"/>
              <a:buNone/>
              <a:defRPr sz="3000">
                <a:solidFill>
                  <a:schemeClr val="dk2"/>
                </a:solidFill>
              </a:defRPr>
            </a:lvl2pPr>
            <a:lvl3pPr lvl="2" algn="ctr">
              <a:lnSpc>
                <a:spcPct val="95000"/>
              </a:lnSpc>
              <a:spcBef>
                <a:spcPts val="0"/>
              </a:spcBef>
              <a:spcAft>
                <a:spcPts val="0"/>
              </a:spcAft>
              <a:buSzPts val="1200"/>
              <a:buNone/>
              <a:defRPr sz="3000">
                <a:solidFill>
                  <a:schemeClr val="dk2"/>
                </a:solidFill>
              </a:defRPr>
            </a:lvl3pPr>
            <a:lvl4pPr lvl="3" algn="ctr">
              <a:lnSpc>
                <a:spcPct val="95000"/>
              </a:lnSpc>
              <a:spcBef>
                <a:spcPts val="0"/>
              </a:spcBef>
              <a:spcAft>
                <a:spcPts val="0"/>
              </a:spcAft>
              <a:buSzPts val="1200"/>
              <a:buNone/>
              <a:defRPr sz="3000">
                <a:solidFill>
                  <a:schemeClr val="dk2"/>
                </a:solidFill>
              </a:defRPr>
            </a:lvl4pPr>
            <a:lvl5pPr lvl="4" algn="ctr">
              <a:lnSpc>
                <a:spcPct val="95000"/>
              </a:lnSpc>
              <a:spcBef>
                <a:spcPts val="0"/>
              </a:spcBef>
              <a:spcAft>
                <a:spcPts val="0"/>
              </a:spcAft>
              <a:buSzPts val="1200"/>
              <a:buNone/>
              <a:defRPr sz="3000">
                <a:solidFill>
                  <a:schemeClr val="dk2"/>
                </a:solidFill>
              </a:defRPr>
            </a:lvl5pPr>
            <a:lvl6pPr lvl="5" algn="ctr">
              <a:lnSpc>
                <a:spcPct val="95000"/>
              </a:lnSpc>
              <a:spcBef>
                <a:spcPts val="0"/>
              </a:spcBef>
              <a:spcAft>
                <a:spcPts val="0"/>
              </a:spcAft>
              <a:buSzPts val="1200"/>
              <a:buNone/>
              <a:defRPr sz="3000">
                <a:solidFill>
                  <a:schemeClr val="dk2"/>
                </a:solidFill>
              </a:defRPr>
            </a:lvl6pPr>
            <a:lvl7pPr lvl="6" algn="ctr">
              <a:lnSpc>
                <a:spcPct val="95000"/>
              </a:lnSpc>
              <a:spcBef>
                <a:spcPts val="0"/>
              </a:spcBef>
              <a:spcAft>
                <a:spcPts val="0"/>
              </a:spcAft>
              <a:buSzPts val="1200"/>
              <a:buNone/>
              <a:defRPr sz="3000">
                <a:solidFill>
                  <a:schemeClr val="dk2"/>
                </a:solidFill>
              </a:defRPr>
            </a:lvl7pPr>
            <a:lvl8pPr lvl="7" algn="ctr">
              <a:lnSpc>
                <a:spcPct val="95000"/>
              </a:lnSpc>
              <a:spcBef>
                <a:spcPts val="0"/>
              </a:spcBef>
              <a:spcAft>
                <a:spcPts val="0"/>
              </a:spcAft>
              <a:buSzPts val="1200"/>
              <a:buNone/>
              <a:defRPr sz="3000">
                <a:solidFill>
                  <a:schemeClr val="dk2"/>
                </a:solidFill>
              </a:defRPr>
            </a:lvl8pPr>
            <a:lvl9pPr lvl="8" algn="ctr">
              <a:lnSpc>
                <a:spcPct val="95000"/>
              </a:lnSpc>
              <a:spcBef>
                <a:spcPts val="0"/>
              </a:spcBef>
              <a:spcAft>
                <a:spcPts val="0"/>
              </a:spcAft>
              <a:buSzPts val="1200"/>
              <a:buNone/>
              <a:defRPr sz="3000">
                <a:solidFill>
                  <a:schemeClr val="dk2"/>
                </a:solidFill>
              </a:defRPr>
            </a:lvl9pPr>
          </a:lstStyle>
          <a:p/>
        </p:txBody>
      </p:sp>
      <p:sp>
        <p:nvSpPr>
          <p:cNvPr id="27" name="Google Shape;27;p30"/>
          <p:cNvSpPr txBox="1"/>
          <p:nvPr>
            <p:ph idx="8" type="subTitle"/>
          </p:nvPr>
        </p:nvSpPr>
        <p:spPr>
          <a:xfrm>
            <a:off x="1023125" y="2246625"/>
            <a:ext cx="2228100" cy="5331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sz="1000"/>
            </a:lvl1pPr>
            <a:lvl2pPr lvl="1" algn="ctr">
              <a:lnSpc>
                <a:spcPct val="95000"/>
              </a:lnSpc>
              <a:spcBef>
                <a:spcPts val="0"/>
              </a:spcBef>
              <a:spcAft>
                <a:spcPts val="0"/>
              </a:spcAft>
              <a:buSzPts val="1200"/>
              <a:buNone/>
              <a:defRPr sz="1000"/>
            </a:lvl2pPr>
            <a:lvl3pPr lvl="2" algn="ctr">
              <a:lnSpc>
                <a:spcPct val="95000"/>
              </a:lnSpc>
              <a:spcBef>
                <a:spcPts val="0"/>
              </a:spcBef>
              <a:spcAft>
                <a:spcPts val="0"/>
              </a:spcAft>
              <a:buSzPts val="1200"/>
              <a:buNone/>
              <a:defRPr sz="1000"/>
            </a:lvl3pPr>
            <a:lvl4pPr lvl="3" algn="ctr">
              <a:lnSpc>
                <a:spcPct val="95000"/>
              </a:lnSpc>
              <a:spcBef>
                <a:spcPts val="0"/>
              </a:spcBef>
              <a:spcAft>
                <a:spcPts val="0"/>
              </a:spcAft>
              <a:buSzPts val="1200"/>
              <a:buNone/>
              <a:defRPr sz="1000"/>
            </a:lvl4pPr>
            <a:lvl5pPr lvl="4" algn="ctr">
              <a:lnSpc>
                <a:spcPct val="95000"/>
              </a:lnSpc>
              <a:spcBef>
                <a:spcPts val="0"/>
              </a:spcBef>
              <a:spcAft>
                <a:spcPts val="0"/>
              </a:spcAft>
              <a:buSzPts val="1200"/>
              <a:buNone/>
              <a:defRPr sz="1000"/>
            </a:lvl5pPr>
            <a:lvl6pPr lvl="5" algn="ctr">
              <a:lnSpc>
                <a:spcPct val="95000"/>
              </a:lnSpc>
              <a:spcBef>
                <a:spcPts val="0"/>
              </a:spcBef>
              <a:spcAft>
                <a:spcPts val="0"/>
              </a:spcAft>
              <a:buSzPts val="1200"/>
              <a:buNone/>
              <a:defRPr sz="1000"/>
            </a:lvl6pPr>
            <a:lvl7pPr lvl="6" algn="ctr">
              <a:lnSpc>
                <a:spcPct val="95000"/>
              </a:lnSpc>
              <a:spcBef>
                <a:spcPts val="0"/>
              </a:spcBef>
              <a:spcAft>
                <a:spcPts val="0"/>
              </a:spcAft>
              <a:buSzPts val="1200"/>
              <a:buNone/>
              <a:defRPr sz="1000"/>
            </a:lvl7pPr>
            <a:lvl8pPr lvl="7" algn="ctr">
              <a:lnSpc>
                <a:spcPct val="95000"/>
              </a:lnSpc>
              <a:spcBef>
                <a:spcPts val="0"/>
              </a:spcBef>
              <a:spcAft>
                <a:spcPts val="0"/>
              </a:spcAft>
              <a:buSzPts val="1200"/>
              <a:buNone/>
              <a:defRPr sz="1000"/>
            </a:lvl8pPr>
            <a:lvl9pPr lvl="8" algn="ctr">
              <a:lnSpc>
                <a:spcPct val="95000"/>
              </a:lnSpc>
              <a:spcBef>
                <a:spcPts val="0"/>
              </a:spcBef>
              <a:spcAft>
                <a:spcPts val="0"/>
              </a:spcAft>
              <a:buSzPts val="1200"/>
              <a:buNone/>
              <a:defRPr sz="1000"/>
            </a:lvl9pPr>
          </a:lstStyle>
          <a:p/>
        </p:txBody>
      </p:sp>
      <p:sp>
        <p:nvSpPr>
          <p:cNvPr id="28" name="Google Shape;28;p30"/>
          <p:cNvSpPr txBox="1"/>
          <p:nvPr>
            <p:ph idx="9" type="subTitle"/>
          </p:nvPr>
        </p:nvSpPr>
        <p:spPr>
          <a:xfrm>
            <a:off x="5672875" y="1804700"/>
            <a:ext cx="2667900" cy="5331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a:lvl1pPr>
            <a:lvl2pPr lvl="1" algn="ctr">
              <a:lnSpc>
                <a:spcPct val="95000"/>
              </a:lnSpc>
              <a:spcBef>
                <a:spcPts val="0"/>
              </a:spcBef>
              <a:spcAft>
                <a:spcPts val="0"/>
              </a:spcAft>
              <a:buSzPts val="1200"/>
              <a:buNone/>
              <a:defRPr/>
            </a:lvl2pPr>
            <a:lvl3pPr lvl="2" algn="ctr">
              <a:lnSpc>
                <a:spcPct val="95000"/>
              </a:lnSpc>
              <a:spcBef>
                <a:spcPts val="0"/>
              </a:spcBef>
              <a:spcAft>
                <a:spcPts val="0"/>
              </a:spcAft>
              <a:buSzPts val="1200"/>
              <a:buNone/>
              <a:defRPr/>
            </a:lvl3pPr>
            <a:lvl4pPr lvl="3" algn="ctr">
              <a:lnSpc>
                <a:spcPct val="95000"/>
              </a:lnSpc>
              <a:spcBef>
                <a:spcPts val="0"/>
              </a:spcBef>
              <a:spcAft>
                <a:spcPts val="0"/>
              </a:spcAft>
              <a:buSzPts val="1200"/>
              <a:buNone/>
              <a:defRPr/>
            </a:lvl4pPr>
            <a:lvl5pPr lvl="4" algn="ctr">
              <a:lnSpc>
                <a:spcPct val="95000"/>
              </a:lnSpc>
              <a:spcBef>
                <a:spcPts val="0"/>
              </a:spcBef>
              <a:spcAft>
                <a:spcPts val="0"/>
              </a:spcAft>
              <a:buSzPts val="1200"/>
              <a:buNone/>
              <a:defRPr/>
            </a:lvl5pPr>
            <a:lvl6pPr lvl="5" algn="ctr">
              <a:lnSpc>
                <a:spcPct val="95000"/>
              </a:lnSpc>
              <a:spcBef>
                <a:spcPts val="0"/>
              </a:spcBef>
              <a:spcAft>
                <a:spcPts val="0"/>
              </a:spcAft>
              <a:buSzPts val="1200"/>
              <a:buNone/>
              <a:defRPr/>
            </a:lvl6pPr>
            <a:lvl7pPr lvl="6" algn="ctr">
              <a:lnSpc>
                <a:spcPct val="95000"/>
              </a:lnSpc>
              <a:spcBef>
                <a:spcPts val="0"/>
              </a:spcBef>
              <a:spcAft>
                <a:spcPts val="0"/>
              </a:spcAft>
              <a:buSzPts val="1200"/>
              <a:buNone/>
              <a:defRPr/>
            </a:lvl7pPr>
            <a:lvl8pPr lvl="7" algn="ctr">
              <a:lnSpc>
                <a:spcPct val="95000"/>
              </a:lnSpc>
              <a:spcBef>
                <a:spcPts val="0"/>
              </a:spcBef>
              <a:spcAft>
                <a:spcPts val="0"/>
              </a:spcAft>
              <a:buSzPts val="1200"/>
              <a:buNone/>
              <a:defRPr/>
            </a:lvl8pPr>
            <a:lvl9pPr lvl="8" algn="ctr">
              <a:lnSpc>
                <a:spcPct val="95000"/>
              </a:lnSpc>
              <a:spcBef>
                <a:spcPts val="0"/>
              </a:spcBef>
              <a:spcAft>
                <a:spcPts val="0"/>
              </a:spcAft>
              <a:buSzPts val="1200"/>
              <a:buNone/>
              <a:defRPr/>
            </a:lvl9pPr>
          </a:lstStyle>
          <a:p/>
        </p:txBody>
      </p:sp>
      <p:sp>
        <p:nvSpPr>
          <p:cNvPr id="29" name="Google Shape;29;p30"/>
          <p:cNvSpPr txBox="1"/>
          <p:nvPr>
            <p:ph idx="13" type="subTitle"/>
          </p:nvPr>
        </p:nvSpPr>
        <p:spPr>
          <a:xfrm>
            <a:off x="6491425" y="2688550"/>
            <a:ext cx="1124700" cy="5331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sz="3000">
                <a:solidFill>
                  <a:schemeClr val="dk2"/>
                </a:solidFill>
              </a:defRPr>
            </a:lvl1pPr>
            <a:lvl2pPr lvl="1" algn="ctr">
              <a:lnSpc>
                <a:spcPct val="95000"/>
              </a:lnSpc>
              <a:spcBef>
                <a:spcPts val="0"/>
              </a:spcBef>
              <a:spcAft>
                <a:spcPts val="0"/>
              </a:spcAft>
              <a:buSzPts val="1200"/>
              <a:buNone/>
              <a:defRPr sz="3000">
                <a:solidFill>
                  <a:schemeClr val="dk2"/>
                </a:solidFill>
              </a:defRPr>
            </a:lvl2pPr>
            <a:lvl3pPr lvl="2" algn="ctr">
              <a:lnSpc>
                <a:spcPct val="95000"/>
              </a:lnSpc>
              <a:spcBef>
                <a:spcPts val="0"/>
              </a:spcBef>
              <a:spcAft>
                <a:spcPts val="0"/>
              </a:spcAft>
              <a:buSzPts val="1200"/>
              <a:buNone/>
              <a:defRPr sz="3000">
                <a:solidFill>
                  <a:schemeClr val="dk2"/>
                </a:solidFill>
              </a:defRPr>
            </a:lvl3pPr>
            <a:lvl4pPr lvl="3" algn="ctr">
              <a:lnSpc>
                <a:spcPct val="95000"/>
              </a:lnSpc>
              <a:spcBef>
                <a:spcPts val="0"/>
              </a:spcBef>
              <a:spcAft>
                <a:spcPts val="0"/>
              </a:spcAft>
              <a:buSzPts val="1200"/>
              <a:buNone/>
              <a:defRPr sz="3000">
                <a:solidFill>
                  <a:schemeClr val="dk2"/>
                </a:solidFill>
              </a:defRPr>
            </a:lvl4pPr>
            <a:lvl5pPr lvl="4" algn="ctr">
              <a:lnSpc>
                <a:spcPct val="95000"/>
              </a:lnSpc>
              <a:spcBef>
                <a:spcPts val="0"/>
              </a:spcBef>
              <a:spcAft>
                <a:spcPts val="0"/>
              </a:spcAft>
              <a:buSzPts val="1200"/>
              <a:buNone/>
              <a:defRPr sz="3000">
                <a:solidFill>
                  <a:schemeClr val="dk2"/>
                </a:solidFill>
              </a:defRPr>
            </a:lvl5pPr>
            <a:lvl6pPr lvl="5" algn="ctr">
              <a:lnSpc>
                <a:spcPct val="95000"/>
              </a:lnSpc>
              <a:spcBef>
                <a:spcPts val="0"/>
              </a:spcBef>
              <a:spcAft>
                <a:spcPts val="0"/>
              </a:spcAft>
              <a:buSzPts val="1200"/>
              <a:buNone/>
              <a:defRPr sz="3000">
                <a:solidFill>
                  <a:schemeClr val="dk2"/>
                </a:solidFill>
              </a:defRPr>
            </a:lvl6pPr>
            <a:lvl7pPr lvl="6" algn="ctr">
              <a:lnSpc>
                <a:spcPct val="95000"/>
              </a:lnSpc>
              <a:spcBef>
                <a:spcPts val="0"/>
              </a:spcBef>
              <a:spcAft>
                <a:spcPts val="0"/>
              </a:spcAft>
              <a:buSzPts val="1200"/>
              <a:buNone/>
              <a:defRPr sz="3000">
                <a:solidFill>
                  <a:schemeClr val="dk2"/>
                </a:solidFill>
              </a:defRPr>
            </a:lvl7pPr>
            <a:lvl8pPr lvl="7" algn="ctr">
              <a:lnSpc>
                <a:spcPct val="95000"/>
              </a:lnSpc>
              <a:spcBef>
                <a:spcPts val="0"/>
              </a:spcBef>
              <a:spcAft>
                <a:spcPts val="0"/>
              </a:spcAft>
              <a:buSzPts val="1200"/>
              <a:buNone/>
              <a:defRPr sz="3000">
                <a:solidFill>
                  <a:schemeClr val="dk2"/>
                </a:solidFill>
              </a:defRPr>
            </a:lvl8pPr>
            <a:lvl9pPr lvl="8" algn="ctr">
              <a:lnSpc>
                <a:spcPct val="95000"/>
              </a:lnSpc>
              <a:spcBef>
                <a:spcPts val="0"/>
              </a:spcBef>
              <a:spcAft>
                <a:spcPts val="0"/>
              </a:spcAft>
              <a:buSzPts val="1200"/>
              <a:buNone/>
              <a:defRPr sz="3000">
                <a:solidFill>
                  <a:schemeClr val="dk2"/>
                </a:solidFill>
              </a:defRPr>
            </a:lvl9pPr>
          </a:lstStyle>
          <a:p/>
        </p:txBody>
      </p:sp>
      <p:sp>
        <p:nvSpPr>
          <p:cNvPr id="30" name="Google Shape;30;p30"/>
          <p:cNvSpPr txBox="1"/>
          <p:nvPr>
            <p:ph idx="14" type="subTitle"/>
          </p:nvPr>
        </p:nvSpPr>
        <p:spPr>
          <a:xfrm>
            <a:off x="5892775" y="2233425"/>
            <a:ext cx="2228100" cy="5331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sz="1000"/>
            </a:lvl1pPr>
            <a:lvl2pPr lvl="1" algn="ctr">
              <a:lnSpc>
                <a:spcPct val="95000"/>
              </a:lnSpc>
              <a:spcBef>
                <a:spcPts val="0"/>
              </a:spcBef>
              <a:spcAft>
                <a:spcPts val="0"/>
              </a:spcAft>
              <a:buSzPts val="1200"/>
              <a:buNone/>
              <a:defRPr sz="1000"/>
            </a:lvl2pPr>
            <a:lvl3pPr lvl="2" algn="ctr">
              <a:lnSpc>
                <a:spcPct val="95000"/>
              </a:lnSpc>
              <a:spcBef>
                <a:spcPts val="0"/>
              </a:spcBef>
              <a:spcAft>
                <a:spcPts val="0"/>
              </a:spcAft>
              <a:buSzPts val="1200"/>
              <a:buNone/>
              <a:defRPr sz="1000"/>
            </a:lvl3pPr>
            <a:lvl4pPr lvl="3" algn="ctr">
              <a:lnSpc>
                <a:spcPct val="95000"/>
              </a:lnSpc>
              <a:spcBef>
                <a:spcPts val="0"/>
              </a:spcBef>
              <a:spcAft>
                <a:spcPts val="0"/>
              </a:spcAft>
              <a:buSzPts val="1200"/>
              <a:buNone/>
              <a:defRPr sz="1000"/>
            </a:lvl4pPr>
            <a:lvl5pPr lvl="4" algn="ctr">
              <a:lnSpc>
                <a:spcPct val="95000"/>
              </a:lnSpc>
              <a:spcBef>
                <a:spcPts val="0"/>
              </a:spcBef>
              <a:spcAft>
                <a:spcPts val="0"/>
              </a:spcAft>
              <a:buSzPts val="1200"/>
              <a:buNone/>
              <a:defRPr sz="1000"/>
            </a:lvl5pPr>
            <a:lvl6pPr lvl="5" algn="ctr">
              <a:lnSpc>
                <a:spcPct val="95000"/>
              </a:lnSpc>
              <a:spcBef>
                <a:spcPts val="0"/>
              </a:spcBef>
              <a:spcAft>
                <a:spcPts val="0"/>
              </a:spcAft>
              <a:buSzPts val="1200"/>
              <a:buNone/>
              <a:defRPr sz="1000"/>
            </a:lvl6pPr>
            <a:lvl7pPr lvl="6" algn="ctr">
              <a:lnSpc>
                <a:spcPct val="95000"/>
              </a:lnSpc>
              <a:spcBef>
                <a:spcPts val="0"/>
              </a:spcBef>
              <a:spcAft>
                <a:spcPts val="0"/>
              </a:spcAft>
              <a:buSzPts val="1200"/>
              <a:buNone/>
              <a:defRPr sz="1000"/>
            </a:lvl7pPr>
            <a:lvl8pPr lvl="7" algn="ctr">
              <a:lnSpc>
                <a:spcPct val="95000"/>
              </a:lnSpc>
              <a:spcBef>
                <a:spcPts val="0"/>
              </a:spcBef>
              <a:spcAft>
                <a:spcPts val="0"/>
              </a:spcAft>
              <a:buSzPts val="1200"/>
              <a:buNone/>
              <a:defRPr sz="1000"/>
            </a:lvl8pPr>
            <a:lvl9pPr lvl="8" algn="ctr">
              <a:lnSpc>
                <a:spcPct val="95000"/>
              </a:lnSpc>
              <a:spcBef>
                <a:spcPts val="0"/>
              </a:spcBef>
              <a:spcAft>
                <a:spcPts val="0"/>
              </a:spcAft>
              <a:buSzPts val="1200"/>
              <a:buNone/>
              <a:defRPr sz="1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 Alt 2">
  <p:cSld name="CUSTOM_8_1_1_1_1_1_1_1_1_1_1_1_1_1_1_1_1_1_1_1_1_1_1_1_1_1_1_1_1_1_1_2_1">
    <p:spTree>
      <p:nvGrpSpPr>
        <p:cNvPr id="31" name="Shape 31"/>
        <p:cNvGrpSpPr/>
        <p:nvPr/>
      </p:nvGrpSpPr>
      <p:grpSpPr>
        <a:xfrm>
          <a:off x="0" y="0"/>
          <a:ext cx="0" cy="0"/>
          <a:chOff x="0" y="0"/>
          <a:chExt cx="0" cy="0"/>
        </a:xfrm>
      </p:grpSpPr>
      <p:sp>
        <p:nvSpPr>
          <p:cNvPr id="32" name="Google Shape;32;p31"/>
          <p:cNvSpPr/>
          <p:nvPr/>
        </p:nvSpPr>
        <p:spPr>
          <a:xfrm rot="-5400000">
            <a:off x="0" y="816600"/>
            <a:ext cx="4326900" cy="432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33" name="Google Shape;33;p31"/>
          <p:cNvSpPr/>
          <p:nvPr/>
        </p:nvSpPr>
        <p:spPr>
          <a:xfrm rot="5400000">
            <a:off x="4817100" y="0"/>
            <a:ext cx="4326900" cy="43269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34" name="Google Shape;34;p31"/>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35" name="Google Shape;35;p31"/>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36" name="Google Shape;36;p31"/>
          <p:cNvSpPr/>
          <p:nvPr/>
        </p:nvSpPr>
        <p:spPr>
          <a:xfrm>
            <a:off x="228650" y="457200"/>
            <a:ext cx="8686800" cy="4226400"/>
          </a:xfrm>
          <a:prstGeom prst="roundRect">
            <a:avLst>
              <a:gd fmla="val 6822"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Figtree"/>
                <a:ea typeface="Figtree"/>
                <a:cs typeface="Figtree"/>
                <a:sym typeface="Figtree"/>
              </a:rPr>
              <a:t>v</a:t>
            </a:r>
            <a:endParaRPr b="0" i="0" sz="1400" u="none" cap="none" strike="noStrike">
              <a:solidFill>
                <a:schemeClr val="lt1"/>
              </a:solidFill>
              <a:latin typeface="Figtree"/>
              <a:ea typeface="Figtree"/>
              <a:cs typeface="Figtree"/>
              <a:sym typeface="Figtree"/>
            </a:endParaRPr>
          </a:p>
        </p:txBody>
      </p:sp>
      <p:sp>
        <p:nvSpPr>
          <p:cNvPr id="37" name="Google Shape;37;p31"/>
          <p:cNvSpPr txBox="1"/>
          <p:nvPr>
            <p:ph idx="3" type="title"/>
          </p:nvPr>
        </p:nvSpPr>
        <p:spPr>
          <a:xfrm>
            <a:off x="1254050" y="1703407"/>
            <a:ext cx="6636000" cy="1279500"/>
          </a:xfrm>
          <a:prstGeom prst="rect">
            <a:avLst/>
          </a:prstGeom>
          <a:noFill/>
          <a:ln>
            <a:noFill/>
          </a:ln>
        </p:spPr>
        <p:txBody>
          <a:bodyPr anchorCtr="0" anchor="t" bIns="0" lIns="0" spcFirstLastPara="1" rIns="0" wrap="square" tIns="0">
            <a:noAutofit/>
          </a:bodyPr>
          <a:lstStyle>
            <a:lvl1pPr lvl="0" algn="ctr">
              <a:lnSpc>
                <a:spcPct val="90000"/>
              </a:lnSpc>
              <a:spcBef>
                <a:spcPts val="0"/>
              </a:spcBef>
              <a:spcAft>
                <a:spcPts val="0"/>
              </a:spcAft>
              <a:buSzPts val="8000"/>
              <a:buNone/>
              <a:defRPr sz="8000"/>
            </a:lvl1pPr>
            <a:lvl2pPr lvl="1"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2pPr>
            <a:lvl3pPr lvl="2"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3pPr>
            <a:lvl4pPr lvl="3"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4pPr>
            <a:lvl5pPr lvl="4"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5pPr>
            <a:lvl6pPr lvl="5"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6pPr>
            <a:lvl7pPr lvl="6"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7pPr>
            <a:lvl8pPr lvl="7"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8pPr>
            <a:lvl9pPr lvl="8" algn="ctr">
              <a:lnSpc>
                <a:spcPct val="90000"/>
              </a:lnSpc>
              <a:spcBef>
                <a:spcPts val="0"/>
              </a:spcBef>
              <a:spcAft>
                <a:spcPts val="0"/>
              </a:spcAft>
              <a:buClr>
                <a:schemeClr val="dk1"/>
              </a:buClr>
              <a:buSzPts val="8000"/>
              <a:buFont typeface="Figtree"/>
              <a:buNone/>
              <a:defRPr sz="8000">
                <a:solidFill>
                  <a:schemeClr val="dk1"/>
                </a:solidFill>
                <a:latin typeface="Figtree"/>
                <a:ea typeface="Figtree"/>
                <a:cs typeface="Figtree"/>
                <a:sym typeface="Figtree"/>
              </a:defRPr>
            </a:lvl9pPr>
          </a:lstStyle>
          <a:p/>
        </p:txBody>
      </p:sp>
      <p:sp>
        <p:nvSpPr>
          <p:cNvPr id="38" name="Google Shape;38;p31"/>
          <p:cNvSpPr txBox="1"/>
          <p:nvPr>
            <p:ph idx="1" type="subTitle"/>
          </p:nvPr>
        </p:nvSpPr>
        <p:spPr>
          <a:xfrm>
            <a:off x="1643100" y="2881050"/>
            <a:ext cx="5857800" cy="431700"/>
          </a:xfrm>
          <a:prstGeom prst="rect">
            <a:avLst/>
          </a:prstGeom>
          <a:noFill/>
          <a:ln>
            <a:noFill/>
          </a:ln>
        </p:spPr>
        <p:txBody>
          <a:bodyPr anchorCtr="0" anchor="ctr" bIns="0" lIns="0" spcFirstLastPara="1" rIns="0" wrap="square" tIns="0">
            <a:noAutofit/>
          </a:bodyPr>
          <a:lstStyle>
            <a:lvl1pPr lvl="0" algn="ctr">
              <a:lnSpc>
                <a:spcPct val="95000"/>
              </a:lnSpc>
              <a:spcBef>
                <a:spcPts val="0"/>
              </a:spcBef>
              <a:spcAft>
                <a:spcPts val="0"/>
              </a:spcAft>
              <a:buSzPts val="1200"/>
              <a:buNone/>
              <a:defRPr>
                <a:solidFill>
                  <a:schemeClr val="dk2"/>
                </a:solidFill>
                <a:latin typeface="Jost"/>
                <a:ea typeface="Jost"/>
                <a:cs typeface="Jost"/>
                <a:sym typeface="Jost"/>
              </a:defRPr>
            </a:lvl1pPr>
            <a:lvl2pPr lvl="1" algn="ctr">
              <a:lnSpc>
                <a:spcPct val="95000"/>
              </a:lnSpc>
              <a:spcBef>
                <a:spcPts val="0"/>
              </a:spcBef>
              <a:spcAft>
                <a:spcPts val="0"/>
              </a:spcAft>
              <a:buSzPts val="1200"/>
              <a:buNone/>
              <a:defRPr>
                <a:solidFill>
                  <a:schemeClr val="dk2"/>
                </a:solidFill>
                <a:latin typeface="Jost"/>
                <a:ea typeface="Jost"/>
                <a:cs typeface="Jost"/>
                <a:sym typeface="Jost"/>
              </a:defRPr>
            </a:lvl2pPr>
            <a:lvl3pPr lvl="2" algn="ctr">
              <a:lnSpc>
                <a:spcPct val="95000"/>
              </a:lnSpc>
              <a:spcBef>
                <a:spcPts val="0"/>
              </a:spcBef>
              <a:spcAft>
                <a:spcPts val="0"/>
              </a:spcAft>
              <a:buSzPts val="1200"/>
              <a:buNone/>
              <a:defRPr>
                <a:solidFill>
                  <a:schemeClr val="dk2"/>
                </a:solidFill>
                <a:latin typeface="Jost"/>
                <a:ea typeface="Jost"/>
                <a:cs typeface="Jost"/>
                <a:sym typeface="Jost"/>
              </a:defRPr>
            </a:lvl3pPr>
            <a:lvl4pPr lvl="3" algn="ctr">
              <a:lnSpc>
                <a:spcPct val="95000"/>
              </a:lnSpc>
              <a:spcBef>
                <a:spcPts val="0"/>
              </a:spcBef>
              <a:spcAft>
                <a:spcPts val="0"/>
              </a:spcAft>
              <a:buSzPts val="1200"/>
              <a:buNone/>
              <a:defRPr>
                <a:solidFill>
                  <a:schemeClr val="dk2"/>
                </a:solidFill>
                <a:latin typeface="Jost"/>
                <a:ea typeface="Jost"/>
                <a:cs typeface="Jost"/>
                <a:sym typeface="Jost"/>
              </a:defRPr>
            </a:lvl4pPr>
            <a:lvl5pPr lvl="4" algn="ctr">
              <a:lnSpc>
                <a:spcPct val="95000"/>
              </a:lnSpc>
              <a:spcBef>
                <a:spcPts val="0"/>
              </a:spcBef>
              <a:spcAft>
                <a:spcPts val="0"/>
              </a:spcAft>
              <a:buSzPts val="1200"/>
              <a:buNone/>
              <a:defRPr>
                <a:solidFill>
                  <a:schemeClr val="dk2"/>
                </a:solidFill>
                <a:latin typeface="Jost"/>
                <a:ea typeface="Jost"/>
                <a:cs typeface="Jost"/>
                <a:sym typeface="Jost"/>
              </a:defRPr>
            </a:lvl5pPr>
            <a:lvl6pPr lvl="5" algn="ctr">
              <a:lnSpc>
                <a:spcPct val="95000"/>
              </a:lnSpc>
              <a:spcBef>
                <a:spcPts val="0"/>
              </a:spcBef>
              <a:spcAft>
                <a:spcPts val="0"/>
              </a:spcAft>
              <a:buSzPts val="1200"/>
              <a:buNone/>
              <a:defRPr>
                <a:solidFill>
                  <a:schemeClr val="dk2"/>
                </a:solidFill>
                <a:latin typeface="Jost"/>
                <a:ea typeface="Jost"/>
                <a:cs typeface="Jost"/>
                <a:sym typeface="Jost"/>
              </a:defRPr>
            </a:lvl6pPr>
            <a:lvl7pPr lvl="6" algn="ctr">
              <a:lnSpc>
                <a:spcPct val="95000"/>
              </a:lnSpc>
              <a:spcBef>
                <a:spcPts val="0"/>
              </a:spcBef>
              <a:spcAft>
                <a:spcPts val="0"/>
              </a:spcAft>
              <a:buSzPts val="1200"/>
              <a:buNone/>
              <a:defRPr>
                <a:solidFill>
                  <a:schemeClr val="dk2"/>
                </a:solidFill>
                <a:latin typeface="Jost"/>
                <a:ea typeface="Jost"/>
                <a:cs typeface="Jost"/>
                <a:sym typeface="Jost"/>
              </a:defRPr>
            </a:lvl7pPr>
            <a:lvl8pPr lvl="7" algn="ctr">
              <a:lnSpc>
                <a:spcPct val="95000"/>
              </a:lnSpc>
              <a:spcBef>
                <a:spcPts val="0"/>
              </a:spcBef>
              <a:spcAft>
                <a:spcPts val="0"/>
              </a:spcAft>
              <a:buSzPts val="1200"/>
              <a:buNone/>
              <a:defRPr>
                <a:solidFill>
                  <a:schemeClr val="dk2"/>
                </a:solidFill>
                <a:latin typeface="Jost"/>
                <a:ea typeface="Jost"/>
                <a:cs typeface="Jost"/>
                <a:sym typeface="Jost"/>
              </a:defRPr>
            </a:lvl8pPr>
            <a:lvl9pPr lvl="8" algn="ctr">
              <a:lnSpc>
                <a:spcPct val="95000"/>
              </a:lnSpc>
              <a:spcBef>
                <a:spcPts val="0"/>
              </a:spcBef>
              <a:spcAft>
                <a:spcPts val="0"/>
              </a:spcAft>
              <a:buSzPts val="1200"/>
              <a:buNone/>
              <a:defRPr>
                <a:solidFill>
                  <a:schemeClr val="dk2"/>
                </a:solidFill>
                <a:latin typeface="Jost"/>
                <a:ea typeface="Jost"/>
                <a:cs typeface="Jost"/>
                <a:sym typeface="Jos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2">
  <p:cSld name="CUSTOM_1_1">
    <p:spTree>
      <p:nvGrpSpPr>
        <p:cNvPr id="39" name="Shape 39"/>
        <p:cNvGrpSpPr/>
        <p:nvPr/>
      </p:nvGrpSpPr>
      <p:grpSpPr>
        <a:xfrm>
          <a:off x="0" y="0"/>
          <a:ext cx="0" cy="0"/>
          <a:chOff x="0" y="0"/>
          <a:chExt cx="0" cy="0"/>
        </a:xfrm>
      </p:grpSpPr>
      <p:sp>
        <p:nvSpPr>
          <p:cNvPr id="40" name="Google Shape;40;p32"/>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41" name="Google Shape;41;p32"/>
          <p:cNvSpPr/>
          <p:nvPr/>
        </p:nvSpPr>
        <p:spPr>
          <a:xfrm>
            <a:off x="7172525" y="0"/>
            <a:ext cx="1971600" cy="5143500"/>
          </a:xfrm>
          <a:prstGeom prst="rect">
            <a:avLst/>
          </a:prstGeom>
          <a:gradFill>
            <a:gsLst>
              <a:gs pos="0">
                <a:schemeClr val="accent6"/>
              </a:gs>
              <a:gs pos="100000">
                <a:schemeClr val="lt2"/>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42" name="Google Shape;42;p32"/>
          <p:cNvSpPr txBox="1"/>
          <p:nvPr>
            <p:ph type="title"/>
          </p:nvPr>
        </p:nvSpPr>
        <p:spPr>
          <a:xfrm>
            <a:off x="3809850" y="1269500"/>
            <a:ext cx="2884500" cy="36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3" name="Google Shape;43;p32"/>
          <p:cNvSpPr txBox="1"/>
          <p:nvPr>
            <p:ph idx="2" type="title"/>
          </p:nvPr>
        </p:nvSpPr>
        <p:spPr>
          <a:xfrm>
            <a:off x="3154650" y="3495050"/>
            <a:ext cx="592800" cy="3681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Clr>
                <a:schemeClr val="dk1"/>
              </a:buClr>
              <a:buSzPts val="2400"/>
              <a:buFont typeface="Figtree"/>
              <a:buNone/>
              <a:defRPr sz="2400"/>
            </a:lvl1pPr>
            <a:lvl2pPr lvl="1"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44" name="Google Shape;44;p32"/>
          <p:cNvSpPr txBox="1"/>
          <p:nvPr>
            <p:ph idx="3" type="title"/>
          </p:nvPr>
        </p:nvSpPr>
        <p:spPr>
          <a:xfrm>
            <a:off x="230075" y="58625"/>
            <a:ext cx="25005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700"/>
              <a:buNone/>
              <a:defRPr sz="7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5" name="Google Shape;45;p32"/>
          <p:cNvSpPr txBox="1"/>
          <p:nvPr>
            <p:ph idx="4" type="title"/>
          </p:nvPr>
        </p:nvSpPr>
        <p:spPr>
          <a:xfrm>
            <a:off x="6414875" y="58625"/>
            <a:ext cx="2500500" cy="172200"/>
          </a:xfrm>
          <a:prstGeom prst="rect">
            <a:avLst/>
          </a:prstGeom>
          <a:noFill/>
          <a:ln>
            <a:noFill/>
          </a:ln>
        </p:spPr>
        <p:txBody>
          <a:bodyPr anchorCtr="0" anchor="t" bIns="0" lIns="0" spcFirstLastPara="1" rIns="0" wrap="square" tIns="0">
            <a:noAutofit/>
          </a:bodyPr>
          <a:lstStyle>
            <a:lvl1pPr lvl="0" algn="r">
              <a:lnSpc>
                <a:spcPct val="100000"/>
              </a:lnSpc>
              <a:spcBef>
                <a:spcPts val="0"/>
              </a:spcBef>
              <a:spcAft>
                <a:spcPts val="0"/>
              </a:spcAft>
              <a:buSzPts val="700"/>
              <a:buNone/>
              <a:defRPr sz="700"/>
            </a:lvl1pPr>
            <a:lvl2pPr lvl="1" algn="r">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r">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r">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r">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r">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r">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r">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r">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6" name="Google Shape;46;p32"/>
          <p:cNvSpPr txBox="1"/>
          <p:nvPr>
            <p:ph idx="5" type="title"/>
          </p:nvPr>
        </p:nvSpPr>
        <p:spPr>
          <a:xfrm>
            <a:off x="3809850" y="1714600"/>
            <a:ext cx="2884500" cy="36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7" name="Google Shape;47;p32"/>
          <p:cNvSpPr txBox="1"/>
          <p:nvPr>
            <p:ph idx="6" type="title"/>
          </p:nvPr>
        </p:nvSpPr>
        <p:spPr>
          <a:xfrm>
            <a:off x="3809850" y="2159700"/>
            <a:ext cx="2884500" cy="36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8" name="Google Shape;48;p32"/>
          <p:cNvSpPr txBox="1"/>
          <p:nvPr>
            <p:ph idx="7" type="title"/>
          </p:nvPr>
        </p:nvSpPr>
        <p:spPr>
          <a:xfrm>
            <a:off x="3809850" y="2593988"/>
            <a:ext cx="2884500" cy="36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49" name="Google Shape;49;p32"/>
          <p:cNvSpPr txBox="1"/>
          <p:nvPr>
            <p:ph idx="8" type="title"/>
          </p:nvPr>
        </p:nvSpPr>
        <p:spPr>
          <a:xfrm>
            <a:off x="3809850" y="3036613"/>
            <a:ext cx="2884500" cy="36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0" name="Google Shape;50;p32"/>
          <p:cNvSpPr txBox="1"/>
          <p:nvPr>
            <p:ph idx="9" type="title"/>
          </p:nvPr>
        </p:nvSpPr>
        <p:spPr>
          <a:xfrm>
            <a:off x="3809850" y="3479238"/>
            <a:ext cx="2884500" cy="3681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51" name="Google Shape;51;p32"/>
          <p:cNvSpPr txBox="1"/>
          <p:nvPr>
            <p:ph idx="13" type="title"/>
          </p:nvPr>
        </p:nvSpPr>
        <p:spPr>
          <a:xfrm>
            <a:off x="3154650" y="3049925"/>
            <a:ext cx="592800" cy="368100"/>
          </a:xfrm>
          <a:prstGeom prst="rect">
            <a:avLst/>
          </a:prstGeom>
          <a:noFill/>
          <a:ln>
            <a:noFill/>
          </a:ln>
        </p:spPr>
        <p:txBody>
          <a:bodyPr anchorCtr="0" anchor="ctr" bIns="91425" lIns="0" spcFirstLastPara="1" rIns="91425" wrap="square" tIns="0">
            <a:noAutofit/>
          </a:bodyPr>
          <a:lstStyle>
            <a:lvl1pPr lvl="0" algn="l">
              <a:lnSpc>
                <a:spcPct val="100000"/>
              </a:lnSpc>
              <a:spcBef>
                <a:spcPts val="0"/>
              </a:spcBef>
              <a:spcAft>
                <a:spcPts val="0"/>
              </a:spcAft>
              <a:buClr>
                <a:schemeClr val="dk1"/>
              </a:buClr>
              <a:buSzPts val="2400"/>
              <a:buFont typeface="Figtree"/>
              <a:buNone/>
              <a:defRPr sz="2400"/>
            </a:lvl1pPr>
            <a:lvl2pPr lvl="1" algn="l">
              <a:lnSpc>
                <a:spcPct val="100000"/>
              </a:lnSpc>
              <a:spcBef>
                <a:spcPts val="0"/>
              </a:spcBef>
              <a:spcAft>
                <a:spcPts val="0"/>
              </a:spcAft>
              <a:buClr>
                <a:schemeClr val="dk1"/>
              </a:buClr>
              <a:buSzPts val="2400"/>
              <a:buFont typeface="Figtree"/>
              <a:buNone/>
              <a:defRPr sz="2400">
                <a:latin typeface="Figtree"/>
                <a:ea typeface="Figtree"/>
                <a:cs typeface="Figtree"/>
                <a:sym typeface="Figtree"/>
              </a:defRPr>
            </a:lvl2pPr>
            <a:lvl3pPr lvl="2" algn="l">
              <a:lnSpc>
                <a:spcPct val="100000"/>
              </a:lnSpc>
              <a:spcBef>
                <a:spcPts val="0"/>
              </a:spcBef>
              <a:spcAft>
                <a:spcPts val="0"/>
              </a:spcAft>
              <a:buClr>
                <a:schemeClr val="dk1"/>
              </a:buClr>
              <a:buSzPts val="2400"/>
              <a:buFont typeface="Figtree"/>
              <a:buNone/>
              <a:defRPr sz="2400">
                <a:latin typeface="Figtree"/>
                <a:ea typeface="Figtree"/>
                <a:cs typeface="Figtree"/>
                <a:sym typeface="Figtree"/>
              </a:defRPr>
            </a:lvl3pPr>
            <a:lvl4pPr lvl="3" algn="l">
              <a:lnSpc>
                <a:spcPct val="100000"/>
              </a:lnSpc>
              <a:spcBef>
                <a:spcPts val="0"/>
              </a:spcBef>
              <a:spcAft>
                <a:spcPts val="0"/>
              </a:spcAft>
              <a:buClr>
                <a:schemeClr val="dk1"/>
              </a:buClr>
              <a:buSzPts val="2400"/>
              <a:buFont typeface="Figtree"/>
              <a:buNone/>
              <a:defRPr sz="2400">
                <a:latin typeface="Figtree"/>
                <a:ea typeface="Figtree"/>
                <a:cs typeface="Figtree"/>
                <a:sym typeface="Figtree"/>
              </a:defRPr>
            </a:lvl4pPr>
            <a:lvl5pPr lvl="4" algn="l">
              <a:lnSpc>
                <a:spcPct val="100000"/>
              </a:lnSpc>
              <a:spcBef>
                <a:spcPts val="0"/>
              </a:spcBef>
              <a:spcAft>
                <a:spcPts val="0"/>
              </a:spcAft>
              <a:buClr>
                <a:schemeClr val="dk1"/>
              </a:buClr>
              <a:buSzPts val="2400"/>
              <a:buFont typeface="Figtree"/>
              <a:buNone/>
              <a:defRPr sz="2400">
                <a:latin typeface="Figtree"/>
                <a:ea typeface="Figtree"/>
                <a:cs typeface="Figtree"/>
                <a:sym typeface="Figtree"/>
              </a:defRPr>
            </a:lvl5pPr>
            <a:lvl6pPr lvl="5" algn="l">
              <a:lnSpc>
                <a:spcPct val="100000"/>
              </a:lnSpc>
              <a:spcBef>
                <a:spcPts val="0"/>
              </a:spcBef>
              <a:spcAft>
                <a:spcPts val="0"/>
              </a:spcAft>
              <a:buClr>
                <a:schemeClr val="dk1"/>
              </a:buClr>
              <a:buSzPts val="2400"/>
              <a:buFont typeface="Figtree"/>
              <a:buNone/>
              <a:defRPr sz="2400">
                <a:latin typeface="Figtree"/>
                <a:ea typeface="Figtree"/>
                <a:cs typeface="Figtree"/>
                <a:sym typeface="Figtree"/>
              </a:defRPr>
            </a:lvl6pPr>
            <a:lvl7pPr lvl="6" algn="l">
              <a:lnSpc>
                <a:spcPct val="100000"/>
              </a:lnSpc>
              <a:spcBef>
                <a:spcPts val="0"/>
              </a:spcBef>
              <a:spcAft>
                <a:spcPts val="0"/>
              </a:spcAft>
              <a:buClr>
                <a:schemeClr val="dk1"/>
              </a:buClr>
              <a:buSzPts val="2400"/>
              <a:buFont typeface="Figtree"/>
              <a:buNone/>
              <a:defRPr sz="2400">
                <a:latin typeface="Figtree"/>
                <a:ea typeface="Figtree"/>
                <a:cs typeface="Figtree"/>
                <a:sym typeface="Figtree"/>
              </a:defRPr>
            </a:lvl7pPr>
            <a:lvl8pPr lvl="7" algn="l">
              <a:lnSpc>
                <a:spcPct val="100000"/>
              </a:lnSpc>
              <a:spcBef>
                <a:spcPts val="0"/>
              </a:spcBef>
              <a:spcAft>
                <a:spcPts val="0"/>
              </a:spcAft>
              <a:buClr>
                <a:schemeClr val="dk1"/>
              </a:buClr>
              <a:buSzPts val="2400"/>
              <a:buFont typeface="Figtree"/>
              <a:buNone/>
              <a:defRPr sz="2400">
                <a:latin typeface="Figtree"/>
                <a:ea typeface="Figtree"/>
                <a:cs typeface="Figtree"/>
                <a:sym typeface="Figtree"/>
              </a:defRPr>
            </a:lvl8pPr>
            <a:lvl9pPr lvl="8" algn="l">
              <a:lnSpc>
                <a:spcPct val="100000"/>
              </a:lnSpc>
              <a:spcBef>
                <a:spcPts val="0"/>
              </a:spcBef>
              <a:spcAft>
                <a:spcPts val="0"/>
              </a:spcAft>
              <a:buClr>
                <a:schemeClr val="dk1"/>
              </a:buClr>
              <a:buSzPts val="2400"/>
              <a:buFont typeface="Figtree"/>
              <a:buNone/>
              <a:defRPr sz="2400">
                <a:latin typeface="Figtree"/>
                <a:ea typeface="Figtree"/>
                <a:cs typeface="Figtree"/>
                <a:sym typeface="Figtree"/>
              </a:defRPr>
            </a:lvl9pPr>
          </a:lstStyle>
          <a:p/>
        </p:txBody>
      </p:sp>
      <p:sp>
        <p:nvSpPr>
          <p:cNvPr id="52" name="Google Shape;52;p32"/>
          <p:cNvSpPr txBox="1"/>
          <p:nvPr>
            <p:ph idx="14" type="title"/>
          </p:nvPr>
        </p:nvSpPr>
        <p:spPr>
          <a:xfrm>
            <a:off x="3154650" y="2604813"/>
            <a:ext cx="592800" cy="3681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Clr>
                <a:schemeClr val="dk1"/>
              </a:buClr>
              <a:buSzPts val="2400"/>
              <a:buFont typeface="Figtree"/>
              <a:buNone/>
              <a:defRPr sz="2400"/>
            </a:lvl1pPr>
            <a:lvl2pPr lvl="1"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53" name="Google Shape;53;p32"/>
          <p:cNvSpPr txBox="1"/>
          <p:nvPr>
            <p:ph idx="15" type="title"/>
          </p:nvPr>
        </p:nvSpPr>
        <p:spPr>
          <a:xfrm>
            <a:off x="3154650" y="2159700"/>
            <a:ext cx="592800" cy="3681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Clr>
                <a:schemeClr val="dk1"/>
              </a:buClr>
              <a:buSzPts val="2400"/>
              <a:buFont typeface="Figtree"/>
              <a:buNone/>
              <a:defRPr sz="2400"/>
            </a:lvl1pPr>
            <a:lvl2pPr lvl="1"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54" name="Google Shape;54;p32"/>
          <p:cNvSpPr txBox="1"/>
          <p:nvPr>
            <p:ph idx="16" type="title"/>
          </p:nvPr>
        </p:nvSpPr>
        <p:spPr>
          <a:xfrm>
            <a:off x="3154650" y="1714588"/>
            <a:ext cx="592800" cy="3681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Clr>
                <a:schemeClr val="dk1"/>
              </a:buClr>
              <a:buSzPts val="2400"/>
              <a:buFont typeface="Figtree"/>
              <a:buNone/>
              <a:defRPr sz="2400"/>
            </a:lvl1pPr>
            <a:lvl2pPr lvl="1"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55" name="Google Shape;55;p32"/>
          <p:cNvSpPr txBox="1"/>
          <p:nvPr>
            <p:ph idx="17" type="title"/>
          </p:nvPr>
        </p:nvSpPr>
        <p:spPr>
          <a:xfrm>
            <a:off x="3154650" y="1269488"/>
            <a:ext cx="592800" cy="3681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Clr>
                <a:schemeClr val="dk1"/>
              </a:buClr>
              <a:buSzPts val="2400"/>
              <a:buFont typeface="Figtree"/>
              <a:buNone/>
              <a:defRPr sz="2400"/>
            </a:lvl1pPr>
            <a:lvl2pPr lvl="1"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400"/>
              <a:buFont typeface="Figtree"/>
              <a:buNone/>
              <a:defRPr sz="2400">
                <a:solidFill>
                  <a:schemeClr val="dk1"/>
                </a:solidFill>
                <a:latin typeface="Figtree"/>
                <a:ea typeface="Figtree"/>
                <a:cs typeface="Figtree"/>
                <a:sym typeface="Figtree"/>
              </a:defRPr>
            </a:lvl9pPr>
          </a:lstStyle>
          <a:p/>
        </p:txBody>
      </p:sp>
      <p:sp>
        <p:nvSpPr>
          <p:cNvPr id="56" name="Google Shape;56;p32"/>
          <p:cNvSpPr txBox="1"/>
          <p:nvPr>
            <p:ph idx="18" type="title"/>
          </p:nvPr>
        </p:nvSpPr>
        <p:spPr>
          <a:xfrm>
            <a:off x="228600" y="457200"/>
            <a:ext cx="5762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1">
  <p:cSld name="CUSTOM_2">
    <p:spTree>
      <p:nvGrpSpPr>
        <p:cNvPr id="57" name="Shape 57"/>
        <p:cNvGrpSpPr/>
        <p:nvPr/>
      </p:nvGrpSpPr>
      <p:grpSpPr>
        <a:xfrm>
          <a:off x="0" y="0"/>
          <a:ext cx="0" cy="0"/>
          <a:chOff x="0" y="0"/>
          <a:chExt cx="0" cy="0"/>
        </a:xfrm>
      </p:grpSpPr>
      <p:sp>
        <p:nvSpPr>
          <p:cNvPr id="58" name="Google Shape;58;p33"/>
          <p:cNvSpPr/>
          <p:nvPr>
            <p:ph idx="2" type="pic"/>
          </p:nvPr>
        </p:nvSpPr>
        <p:spPr>
          <a:xfrm>
            <a:off x="0" y="-9000"/>
            <a:ext cx="3054300" cy="3252900"/>
          </a:xfrm>
          <a:prstGeom prst="rect">
            <a:avLst/>
          </a:prstGeom>
          <a:noFill/>
          <a:ln>
            <a:noFill/>
          </a:ln>
        </p:spPr>
      </p:sp>
      <p:sp>
        <p:nvSpPr>
          <p:cNvPr id="59" name="Google Shape;59;p33"/>
          <p:cNvSpPr/>
          <p:nvPr>
            <p:ph idx="3" type="pic"/>
          </p:nvPr>
        </p:nvSpPr>
        <p:spPr>
          <a:xfrm>
            <a:off x="3044117" y="-9000"/>
            <a:ext cx="3054300" cy="3252900"/>
          </a:xfrm>
          <a:prstGeom prst="rect">
            <a:avLst/>
          </a:prstGeom>
          <a:noFill/>
          <a:ln>
            <a:noFill/>
          </a:ln>
        </p:spPr>
      </p:sp>
      <p:sp>
        <p:nvSpPr>
          <p:cNvPr id="60" name="Google Shape;60;p33"/>
          <p:cNvSpPr/>
          <p:nvPr>
            <p:ph idx="4" type="pic"/>
          </p:nvPr>
        </p:nvSpPr>
        <p:spPr>
          <a:xfrm>
            <a:off x="6088233" y="-9000"/>
            <a:ext cx="3054300" cy="3252900"/>
          </a:xfrm>
          <a:prstGeom prst="rect">
            <a:avLst/>
          </a:prstGeom>
          <a:noFill/>
          <a:ln>
            <a:noFill/>
          </a:ln>
        </p:spPr>
      </p:sp>
      <p:sp>
        <p:nvSpPr>
          <p:cNvPr id="61" name="Google Shape;61;p33"/>
          <p:cNvSpPr txBox="1"/>
          <p:nvPr>
            <p:ph type="title"/>
          </p:nvPr>
        </p:nvSpPr>
        <p:spPr>
          <a:xfrm>
            <a:off x="228675" y="3337800"/>
            <a:ext cx="2671800" cy="213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2" name="Google Shape;62;p33"/>
          <p:cNvSpPr txBox="1"/>
          <p:nvPr>
            <p:ph idx="5" type="title"/>
          </p:nvPr>
        </p:nvSpPr>
        <p:spPr>
          <a:xfrm>
            <a:off x="228675" y="3551100"/>
            <a:ext cx="2671800" cy="213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3" name="Google Shape;63;p33"/>
          <p:cNvSpPr txBox="1"/>
          <p:nvPr>
            <p:ph idx="1" type="body"/>
          </p:nvPr>
        </p:nvSpPr>
        <p:spPr>
          <a:xfrm>
            <a:off x="228675" y="4256750"/>
            <a:ext cx="2660100" cy="4269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64" name="Google Shape;64;p33"/>
          <p:cNvSpPr txBox="1"/>
          <p:nvPr>
            <p:ph idx="6" type="title"/>
          </p:nvPr>
        </p:nvSpPr>
        <p:spPr>
          <a:xfrm>
            <a:off x="3235367" y="3337800"/>
            <a:ext cx="2671800" cy="213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latin typeface="Figtree"/>
                <a:ea typeface="Figtree"/>
                <a:cs typeface="Figtree"/>
                <a:sym typeface="Figtree"/>
              </a:defRPr>
            </a:lvl9pPr>
          </a:lstStyle>
          <a:p/>
        </p:txBody>
      </p:sp>
      <p:sp>
        <p:nvSpPr>
          <p:cNvPr id="65" name="Google Shape;65;p33"/>
          <p:cNvSpPr txBox="1"/>
          <p:nvPr>
            <p:ph idx="7" type="title"/>
          </p:nvPr>
        </p:nvSpPr>
        <p:spPr>
          <a:xfrm>
            <a:off x="3235367" y="3551100"/>
            <a:ext cx="2671800" cy="213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6" name="Google Shape;66;p33"/>
          <p:cNvSpPr txBox="1"/>
          <p:nvPr>
            <p:ph idx="8" type="body"/>
          </p:nvPr>
        </p:nvSpPr>
        <p:spPr>
          <a:xfrm>
            <a:off x="3241214" y="4256750"/>
            <a:ext cx="2660100" cy="4269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67" name="Google Shape;67;p33"/>
          <p:cNvSpPr txBox="1"/>
          <p:nvPr>
            <p:ph idx="9" type="title"/>
          </p:nvPr>
        </p:nvSpPr>
        <p:spPr>
          <a:xfrm>
            <a:off x="6279483" y="3337800"/>
            <a:ext cx="2671800" cy="213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8" name="Google Shape;68;p33"/>
          <p:cNvSpPr txBox="1"/>
          <p:nvPr>
            <p:ph idx="13" type="title"/>
          </p:nvPr>
        </p:nvSpPr>
        <p:spPr>
          <a:xfrm>
            <a:off x="6279483" y="3551100"/>
            <a:ext cx="2671800" cy="213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200"/>
              <a:buFont typeface="Figtree"/>
              <a:buNone/>
              <a:defRPr sz="12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69" name="Google Shape;69;p33"/>
          <p:cNvSpPr txBox="1"/>
          <p:nvPr>
            <p:ph idx="14" type="body"/>
          </p:nvPr>
        </p:nvSpPr>
        <p:spPr>
          <a:xfrm>
            <a:off x="6285328" y="4256750"/>
            <a:ext cx="2660100" cy="4269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e team - Alt 2">
  <p:cSld name="CUSTOM_11">
    <p:spTree>
      <p:nvGrpSpPr>
        <p:cNvPr id="70" name="Shape 70"/>
        <p:cNvGrpSpPr/>
        <p:nvPr/>
      </p:nvGrpSpPr>
      <p:grpSpPr>
        <a:xfrm>
          <a:off x="0" y="0"/>
          <a:ext cx="0" cy="0"/>
          <a:chOff x="0" y="0"/>
          <a:chExt cx="0" cy="0"/>
        </a:xfrm>
      </p:grpSpPr>
      <p:sp>
        <p:nvSpPr>
          <p:cNvPr id="71" name="Google Shape;71;p34"/>
          <p:cNvSpPr/>
          <p:nvPr/>
        </p:nvSpPr>
        <p:spPr>
          <a:xfrm rot="-2700000">
            <a:off x="1338758" y="-3230594"/>
            <a:ext cx="6464087" cy="6464087"/>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Jost"/>
              <a:ea typeface="Jost"/>
              <a:cs typeface="Jost"/>
              <a:sym typeface="Jost"/>
            </a:endParaRPr>
          </a:p>
        </p:txBody>
      </p:sp>
      <p:sp>
        <p:nvSpPr>
          <p:cNvPr id="72" name="Google Shape;72;p34"/>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73" name="Google Shape;73;p34"/>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74" name="Google Shape;74;p34"/>
          <p:cNvSpPr txBox="1"/>
          <p:nvPr>
            <p:ph idx="3" type="title"/>
          </p:nvPr>
        </p:nvSpPr>
        <p:spPr>
          <a:xfrm>
            <a:off x="228600" y="457200"/>
            <a:ext cx="62823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75" name="Google Shape;75;p34"/>
          <p:cNvSpPr txBox="1"/>
          <p:nvPr>
            <p:ph idx="4" type="title"/>
          </p:nvPr>
        </p:nvSpPr>
        <p:spPr>
          <a:xfrm>
            <a:off x="339875" y="3589925"/>
            <a:ext cx="1225200" cy="1722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6" name="Google Shape;76;p34"/>
          <p:cNvSpPr txBox="1"/>
          <p:nvPr>
            <p:ph idx="5" type="title"/>
          </p:nvPr>
        </p:nvSpPr>
        <p:spPr>
          <a:xfrm>
            <a:off x="339875" y="4026125"/>
            <a:ext cx="1225200" cy="2076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900"/>
              <a:buNone/>
              <a:defRPr sz="900">
                <a:latin typeface="Jost"/>
                <a:ea typeface="Jost"/>
                <a:cs typeface="Jost"/>
                <a:sym typeface="Jost"/>
              </a:defRPr>
            </a:lvl1pPr>
            <a:lvl2pPr lvl="1"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77" name="Google Shape;77;p34"/>
          <p:cNvSpPr txBox="1"/>
          <p:nvPr>
            <p:ph idx="6" type="title"/>
          </p:nvPr>
        </p:nvSpPr>
        <p:spPr>
          <a:xfrm>
            <a:off x="1807977" y="3589925"/>
            <a:ext cx="1225200" cy="1722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78" name="Google Shape;78;p34"/>
          <p:cNvSpPr txBox="1"/>
          <p:nvPr>
            <p:ph idx="7" type="title"/>
          </p:nvPr>
        </p:nvSpPr>
        <p:spPr>
          <a:xfrm>
            <a:off x="1807977" y="4026125"/>
            <a:ext cx="1225200" cy="2076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900"/>
              <a:buNone/>
              <a:defRPr sz="900">
                <a:latin typeface="Jost"/>
                <a:ea typeface="Jost"/>
                <a:cs typeface="Jost"/>
                <a:sym typeface="Jost"/>
              </a:defRPr>
            </a:lvl1pPr>
            <a:lvl2pPr lvl="1" algn="l">
              <a:lnSpc>
                <a:spcPct val="100000"/>
              </a:lnSpc>
              <a:spcBef>
                <a:spcPts val="0"/>
              </a:spcBef>
              <a:spcAft>
                <a:spcPts val="0"/>
              </a:spcAft>
              <a:buSzPts val="1200"/>
              <a:buFont typeface="Jost"/>
              <a:buNone/>
              <a:defRPr sz="1200">
                <a:latin typeface="Jost"/>
                <a:ea typeface="Jost"/>
                <a:cs typeface="Jost"/>
                <a:sym typeface="Jost"/>
              </a:defRPr>
            </a:lvl2pPr>
            <a:lvl3pPr lvl="2" algn="l">
              <a:lnSpc>
                <a:spcPct val="100000"/>
              </a:lnSpc>
              <a:spcBef>
                <a:spcPts val="0"/>
              </a:spcBef>
              <a:spcAft>
                <a:spcPts val="0"/>
              </a:spcAft>
              <a:buSzPts val="1200"/>
              <a:buFont typeface="Jost"/>
              <a:buNone/>
              <a:defRPr sz="1200">
                <a:latin typeface="Jost"/>
                <a:ea typeface="Jost"/>
                <a:cs typeface="Jost"/>
                <a:sym typeface="Jost"/>
              </a:defRPr>
            </a:lvl3pPr>
            <a:lvl4pPr lvl="3" algn="l">
              <a:lnSpc>
                <a:spcPct val="100000"/>
              </a:lnSpc>
              <a:spcBef>
                <a:spcPts val="0"/>
              </a:spcBef>
              <a:spcAft>
                <a:spcPts val="0"/>
              </a:spcAft>
              <a:buSzPts val="1200"/>
              <a:buFont typeface="Jost"/>
              <a:buNone/>
              <a:defRPr sz="1200">
                <a:latin typeface="Jost"/>
                <a:ea typeface="Jost"/>
                <a:cs typeface="Jost"/>
                <a:sym typeface="Jost"/>
              </a:defRPr>
            </a:lvl4pPr>
            <a:lvl5pPr lvl="4" algn="l">
              <a:lnSpc>
                <a:spcPct val="100000"/>
              </a:lnSpc>
              <a:spcBef>
                <a:spcPts val="0"/>
              </a:spcBef>
              <a:spcAft>
                <a:spcPts val="0"/>
              </a:spcAft>
              <a:buSzPts val="1200"/>
              <a:buFont typeface="Jost"/>
              <a:buNone/>
              <a:defRPr sz="1200">
                <a:latin typeface="Jost"/>
                <a:ea typeface="Jost"/>
                <a:cs typeface="Jost"/>
                <a:sym typeface="Jost"/>
              </a:defRPr>
            </a:lvl5pPr>
            <a:lvl6pPr lvl="5" algn="l">
              <a:lnSpc>
                <a:spcPct val="100000"/>
              </a:lnSpc>
              <a:spcBef>
                <a:spcPts val="0"/>
              </a:spcBef>
              <a:spcAft>
                <a:spcPts val="0"/>
              </a:spcAft>
              <a:buSzPts val="1200"/>
              <a:buFont typeface="Jost"/>
              <a:buNone/>
              <a:defRPr sz="1200">
                <a:latin typeface="Jost"/>
                <a:ea typeface="Jost"/>
                <a:cs typeface="Jost"/>
                <a:sym typeface="Jost"/>
              </a:defRPr>
            </a:lvl6pPr>
            <a:lvl7pPr lvl="6" algn="l">
              <a:lnSpc>
                <a:spcPct val="100000"/>
              </a:lnSpc>
              <a:spcBef>
                <a:spcPts val="0"/>
              </a:spcBef>
              <a:spcAft>
                <a:spcPts val="0"/>
              </a:spcAft>
              <a:buSzPts val="1200"/>
              <a:buFont typeface="Jost"/>
              <a:buNone/>
              <a:defRPr sz="1200">
                <a:latin typeface="Jost"/>
                <a:ea typeface="Jost"/>
                <a:cs typeface="Jost"/>
                <a:sym typeface="Jost"/>
              </a:defRPr>
            </a:lvl7pPr>
            <a:lvl8pPr lvl="7" algn="l">
              <a:lnSpc>
                <a:spcPct val="100000"/>
              </a:lnSpc>
              <a:spcBef>
                <a:spcPts val="0"/>
              </a:spcBef>
              <a:spcAft>
                <a:spcPts val="0"/>
              </a:spcAft>
              <a:buSzPts val="1200"/>
              <a:buFont typeface="Jost"/>
              <a:buNone/>
              <a:defRPr sz="1200">
                <a:latin typeface="Jost"/>
                <a:ea typeface="Jost"/>
                <a:cs typeface="Jost"/>
                <a:sym typeface="Jost"/>
              </a:defRPr>
            </a:lvl8pPr>
            <a:lvl9pPr lvl="8" algn="l">
              <a:lnSpc>
                <a:spcPct val="100000"/>
              </a:lnSpc>
              <a:spcBef>
                <a:spcPts val="0"/>
              </a:spcBef>
              <a:spcAft>
                <a:spcPts val="0"/>
              </a:spcAft>
              <a:buSzPts val="1200"/>
              <a:buFont typeface="Jost"/>
              <a:buNone/>
              <a:defRPr sz="1200">
                <a:latin typeface="Jost"/>
                <a:ea typeface="Jost"/>
                <a:cs typeface="Jost"/>
                <a:sym typeface="Jost"/>
              </a:defRPr>
            </a:lvl9pPr>
          </a:lstStyle>
          <a:p/>
        </p:txBody>
      </p:sp>
      <p:sp>
        <p:nvSpPr>
          <p:cNvPr id="79" name="Google Shape;79;p34"/>
          <p:cNvSpPr txBox="1"/>
          <p:nvPr>
            <p:ph idx="8" type="title"/>
          </p:nvPr>
        </p:nvSpPr>
        <p:spPr>
          <a:xfrm>
            <a:off x="3275545" y="3589925"/>
            <a:ext cx="1225200" cy="1722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0" name="Google Shape;80;p34"/>
          <p:cNvSpPr txBox="1"/>
          <p:nvPr>
            <p:ph idx="9" type="title"/>
          </p:nvPr>
        </p:nvSpPr>
        <p:spPr>
          <a:xfrm>
            <a:off x="3275545" y="4026125"/>
            <a:ext cx="1225200" cy="2076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900"/>
              <a:buNone/>
              <a:defRPr sz="900">
                <a:latin typeface="Jost"/>
                <a:ea typeface="Jost"/>
                <a:cs typeface="Jost"/>
                <a:sym typeface="Jost"/>
              </a:defRPr>
            </a:lvl1pPr>
            <a:lvl2pPr lvl="1"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81" name="Google Shape;81;p34"/>
          <p:cNvSpPr txBox="1"/>
          <p:nvPr>
            <p:ph idx="13" type="title"/>
          </p:nvPr>
        </p:nvSpPr>
        <p:spPr>
          <a:xfrm>
            <a:off x="4743373" y="3589925"/>
            <a:ext cx="1225200" cy="1722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2" name="Google Shape;82;p34"/>
          <p:cNvSpPr txBox="1"/>
          <p:nvPr>
            <p:ph idx="14" type="title"/>
          </p:nvPr>
        </p:nvSpPr>
        <p:spPr>
          <a:xfrm>
            <a:off x="4743373" y="4026125"/>
            <a:ext cx="1225200" cy="2076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900"/>
              <a:buNone/>
              <a:defRPr sz="900">
                <a:latin typeface="Jost"/>
                <a:ea typeface="Jost"/>
                <a:cs typeface="Jost"/>
                <a:sym typeface="Jost"/>
              </a:defRPr>
            </a:lvl1pPr>
            <a:lvl2pPr lvl="1"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83" name="Google Shape;83;p34"/>
          <p:cNvSpPr txBox="1"/>
          <p:nvPr>
            <p:ph idx="15" type="title"/>
          </p:nvPr>
        </p:nvSpPr>
        <p:spPr>
          <a:xfrm>
            <a:off x="6205996" y="3589925"/>
            <a:ext cx="1225200" cy="1722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4" name="Google Shape;84;p34"/>
          <p:cNvSpPr txBox="1"/>
          <p:nvPr>
            <p:ph idx="16" type="title"/>
          </p:nvPr>
        </p:nvSpPr>
        <p:spPr>
          <a:xfrm>
            <a:off x="6205996" y="4026125"/>
            <a:ext cx="1225200" cy="2076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900"/>
              <a:buNone/>
              <a:defRPr sz="900">
                <a:latin typeface="Jost"/>
                <a:ea typeface="Jost"/>
                <a:cs typeface="Jost"/>
                <a:sym typeface="Jost"/>
              </a:defRPr>
            </a:lvl1pPr>
            <a:lvl2pPr lvl="1"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85" name="Google Shape;85;p34"/>
          <p:cNvSpPr txBox="1"/>
          <p:nvPr>
            <p:ph idx="17" type="title"/>
          </p:nvPr>
        </p:nvSpPr>
        <p:spPr>
          <a:xfrm>
            <a:off x="7683660" y="3589925"/>
            <a:ext cx="1225200" cy="1722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1000"/>
              <a:buNone/>
              <a:defRPr sz="1000"/>
            </a:lvl1pPr>
            <a:lvl2pPr lvl="1"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1200"/>
              <a:buFont typeface="Figtree"/>
              <a:buNone/>
              <a:defRPr sz="1200">
                <a:solidFill>
                  <a:schemeClr val="dk1"/>
                </a:solidFill>
                <a:latin typeface="Figtree"/>
                <a:ea typeface="Figtree"/>
                <a:cs typeface="Figtree"/>
                <a:sym typeface="Figtree"/>
              </a:defRPr>
            </a:lvl9pPr>
          </a:lstStyle>
          <a:p/>
        </p:txBody>
      </p:sp>
      <p:sp>
        <p:nvSpPr>
          <p:cNvPr id="86" name="Google Shape;86;p34"/>
          <p:cNvSpPr txBox="1"/>
          <p:nvPr>
            <p:ph idx="18" type="title"/>
          </p:nvPr>
        </p:nvSpPr>
        <p:spPr>
          <a:xfrm>
            <a:off x="7683660" y="4026125"/>
            <a:ext cx="1225200" cy="207600"/>
          </a:xfrm>
          <a:prstGeom prst="rect">
            <a:avLst/>
          </a:prstGeom>
          <a:noFill/>
          <a:ln>
            <a:noFill/>
          </a:ln>
        </p:spPr>
        <p:txBody>
          <a:bodyPr anchorCtr="0" anchor="t" bIns="91425" lIns="0" spcFirstLastPara="1" rIns="91425" wrap="square" tIns="0">
            <a:noAutofit/>
          </a:bodyPr>
          <a:lstStyle>
            <a:lvl1pPr lvl="0" algn="l">
              <a:lnSpc>
                <a:spcPct val="100000"/>
              </a:lnSpc>
              <a:spcBef>
                <a:spcPts val="0"/>
              </a:spcBef>
              <a:spcAft>
                <a:spcPts val="0"/>
              </a:spcAft>
              <a:buSzPts val="900"/>
              <a:buNone/>
              <a:defRPr sz="900">
                <a:latin typeface="Jost"/>
                <a:ea typeface="Jost"/>
                <a:cs typeface="Jost"/>
                <a:sym typeface="Jost"/>
              </a:defRPr>
            </a:lvl1pPr>
            <a:lvl2pPr lvl="1"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2pPr>
            <a:lvl3pPr lvl="2"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3pPr>
            <a:lvl4pPr lvl="3"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4pPr>
            <a:lvl5pPr lvl="4"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5pPr>
            <a:lvl6pPr lvl="5"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6pPr>
            <a:lvl7pPr lvl="6"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7pPr>
            <a:lvl8pPr lvl="7"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8pPr>
            <a:lvl9pPr lvl="8" algn="l">
              <a:lnSpc>
                <a:spcPct val="100000"/>
              </a:lnSpc>
              <a:spcBef>
                <a:spcPts val="0"/>
              </a:spcBef>
              <a:spcAft>
                <a:spcPts val="0"/>
              </a:spcAft>
              <a:buClr>
                <a:schemeClr val="dk1"/>
              </a:buClr>
              <a:buSzPts val="1200"/>
              <a:buFont typeface="Jost"/>
              <a:buNone/>
              <a:defRPr sz="1200">
                <a:solidFill>
                  <a:schemeClr val="dk1"/>
                </a:solidFill>
                <a:latin typeface="Jost"/>
                <a:ea typeface="Jost"/>
                <a:cs typeface="Jost"/>
                <a:sym typeface="Jost"/>
              </a:defRPr>
            </a:lvl9pPr>
          </a:lstStyle>
          <a:p/>
        </p:txBody>
      </p:sp>
      <p:sp>
        <p:nvSpPr>
          <p:cNvPr id="87" name="Google Shape;87;p34"/>
          <p:cNvSpPr/>
          <p:nvPr>
            <p:ph idx="19" type="pic"/>
          </p:nvPr>
        </p:nvSpPr>
        <p:spPr>
          <a:xfrm>
            <a:off x="1726022" y="1991825"/>
            <a:ext cx="1288500" cy="1363800"/>
          </a:xfrm>
          <a:prstGeom prst="roundRect">
            <a:avLst>
              <a:gd fmla="val 6764" name="adj"/>
            </a:avLst>
          </a:prstGeom>
          <a:noFill/>
          <a:ln>
            <a:noFill/>
          </a:ln>
        </p:spPr>
      </p:sp>
      <p:sp>
        <p:nvSpPr>
          <p:cNvPr id="88" name="Google Shape;88;p34"/>
          <p:cNvSpPr/>
          <p:nvPr>
            <p:ph idx="20" type="pic"/>
          </p:nvPr>
        </p:nvSpPr>
        <p:spPr>
          <a:xfrm>
            <a:off x="3194345" y="1991825"/>
            <a:ext cx="1288500" cy="1363800"/>
          </a:xfrm>
          <a:prstGeom prst="roundRect">
            <a:avLst>
              <a:gd fmla="val 6764" name="adj"/>
            </a:avLst>
          </a:prstGeom>
          <a:noFill/>
          <a:ln>
            <a:noFill/>
          </a:ln>
        </p:spPr>
      </p:sp>
      <p:sp>
        <p:nvSpPr>
          <p:cNvPr id="89" name="Google Shape;89;p34"/>
          <p:cNvSpPr/>
          <p:nvPr>
            <p:ph idx="21" type="pic"/>
          </p:nvPr>
        </p:nvSpPr>
        <p:spPr>
          <a:xfrm>
            <a:off x="4662668" y="1991825"/>
            <a:ext cx="1288500" cy="1363800"/>
          </a:xfrm>
          <a:prstGeom prst="roundRect">
            <a:avLst>
              <a:gd fmla="val 6764" name="adj"/>
            </a:avLst>
          </a:prstGeom>
          <a:noFill/>
          <a:ln>
            <a:noFill/>
          </a:ln>
        </p:spPr>
      </p:sp>
      <p:sp>
        <p:nvSpPr>
          <p:cNvPr id="90" name="Google Shape;90;p34"/>
          <p:cNvSpPr/>
          <p:nvPr>
            <p:ph idx="22" type="pic"/>
          </p:nvPr>
        </p:nvSpPr>
        <p:spPr>
          <a:xfrm>
            <a:off x="6130990" y="1991825"/>
            <a:ext cx="1288500" cy="1363800"/>
          </a:xfrm>
          <a:prstGeom prst="roundRect">
            <a:avLst>
              <a:gd fmla="val 6764" name="adj"/>
            </a:avLst>
          </a:prstGeom>
          <a:noFill/>
          <a:ln>
            <a:noFill/>
          </a:ln>
        </p:spPr>
      </p:sp>
      <p:sp>
        <p:nvSpPr>
          <p:cNvPr id="91" name="Google Shape;91;p34"/>
          <p:cNvSpPr/>
          <p:nvPr>
            <p:ph idx="23" type="pic"/>
          </p:nvPr>
        </p:nvSpPr>
        <p:spPr>
          <a:xfrm>
            <a:off x="7599313" y="1991825"/>
            <a:ext cx="1288500" cy="1363800"/>
          </a:xfrm>
          <a:prstGeom prst="roundRect">
            <a:avLst>
              <a:gd fmla="val 6764" name="adj"/>
            </a:avLst>
          </a:prstGeom>
          <a:noFill/>
          <a:ln>
            <a:noFill/>
          </a:ln>
        </p:spPr>
      </p:sp>
      <p:sp>
        <p:nvSpPr>
          <p:cNvPr id="92" name="Google Shape;92;p34"/>
          <p:cNvSpPr/>
          <p:nvPr>
            <p:ph idx="24" type="pic"/>
          </p:nvPr>
        </p:nvSpPr>
        <p:spPr>
          <a:xfrm>
            <a:off x="257700" y="1991825"/>
            <a:ext cx="1288500" cy="1363800"/>
          </a:xfrm>
          <a:prstGeom prst="roundRect">
            <a:avLst>
              <a:gd fmla="val 6764" name="adj"/>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1">
  <p:cSld name="CUSTOM_8_1_1_1_1">
    <p:spTree>
      <p:nvGrpSpPr>
        <p:cNvPr id="93" name="Shape 93"/>
        <p:cNvGrpSpPr/>
        <p:nvPr/>
      </p:nvGrpSpPr>
      <p:grpSpPr>
        <a:xfrm>
          <a:off x="0" y="0"/>
          <a:ext cx="0" cy="0"/>
          <a:chOff x="0" y="0"/>
          <a:chExt cx="0" cy="0"/>
        </a:xfrm>
      </p:grpSpPr>
      <p:sp>
        <p:nvSpPr>
          <p:cNvPr id="94" name="Google Shape;94;p35"/>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5" name="Google Shape;95;p35"/>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96" name="Google Shape;96;p35"/>
          <p:cNvSpPr txBox="1"/>
          <p:nvPr>
            <p:ph idx="3" type="title"/>
          </p:nvPr>
        </p:nvSpPr>
        <p:spPr>
          <a:xfrm>
            <a:off x="228600" y="457200"/>
            <a:ext cx="42966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1">
  <p:cSld name="CUSTOM_8_1_1_1_1_1_1_1_1_1_1_1_1_1_1_1_1_1_1_1">
    <p:spTree>
      <p:nvGrpSpPr>
        <p:cNvPr id="97" name="Shape 97"/>
        <p:cNvGrpSpPr/>
        <p:nvPr/>
      </p:nvGrpSpPr>
      <p:grpSpPr>
        <a:xfrm>
          <a:off x="0" y="0"/>
          <a:ext cx="0" cy="0"/>
          <a:chOff x="0" y="0"/>
          <a:chExt cx="0" cy="0"/>
        </a:xfrm>
      </p:grpSpPr>
      <p:sp>
        <p:nvSpPr>
          <p:cNvPr id="98" name="Google Shape;98;p36"/>
          <p:cNvSpPr/>
          <p:nvPr/>
        </p:nvSpPr>
        <p:spPr>
          <a:xfrm>
            <a:off x="0" y="0"/>
            <a:ext cx="2406900" cy="24069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99" name="Google Shape;99;p36"/>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00" name="Google Shape;100;p36"/>
          <p:cNvSpPr txBox="1"/>
          <p:nvPr>
            <p:ph idx="2" type="title"/>
          </p:nvPr>
        </p:nvSpPr>
        <p:spPr>
          <a:xfrm>
            <a:off x="228600" y="457200"/>
            <a:ext cx="34326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pic>
        <p:nvPicPr>
          <p:cNvPr descr="Free Images : landscape, nature, horizon, mountain, sky, night ..." id="101" name="Google Shape;101;p36"/>
          <p:cNvPicPr preferRelativeResize="0"/>
          <p:nvPr/>
        </p:nvPicPr>
        <p:blipFill rotWithShape="1">
          <a:blip r:embed="rId2">
            <a:alphaModFix/>
          </a:blip>
          <a:srcRect b="0" l="23232" r="29974" t="0"/>
          <a:stretch/>
        </p:blipFill>
        <p:spPr>
          <a:xfrm>
            <a:off x="7541887" y="0"/>
            <a:ext cx="1604076" cy="5143501"/>
          </a:xfrm>
          <a:prstGeom prst="rect">
            <a:avLst/>
          </a:prstGeom>
          <a:noFill/>
          <a:ln>
            <a:noFill/>
          </a:ln>
        </p:spPr>
      </p:pic>
      <p:sp>
        <p:nvSpPr>
          <p:cNvPr id="102" name="Google Shape;102;p36"/>
          <p:cNvSpPr txBox="1"/>
          <p:nvPr>
            <p:ph idx="1" type="subTitle"/>
          </p:nvPr>
        </p:nvSpPr>
        <p:spPr>
          <a:xfrm>
            <a:off x="228950" y="1419750"/>
            <a:ext cx="5154900" cy="2288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200"/>
              <a:buNone/>
              <a:defRPr sz="3600"/>
            </a:lvl1pPr>
            <a:lvl2pPr lvl="1" algn="l">
              <a:lnSpc>
                <a:spcPct val="100000"/>
              </a:lnSpc>
              <a:spcBef>
                <a:spcPts val="0"/>
              </a:spcBef>
              <a:spcAft>
                <a:spcPts val="0"/>
              </a:spcAft>
              <a:buSzPts val="1200"/>
              <a:buNone/>
              <a:defRPr sz="3600"/>
            </a:lvl2pPr>
            <a:lvl3pPr lvl="2" algn="l">
              <a:lnSpc>
                <a:spcPct val="100000"/>
              </a:lnSpc>
              <a:spcBef>
                <a:spcPts val="0"/>
              </a:spcBef>
              <a:spcAft>
                <a:spcPts val="0"/>
              </a:spcAft>
              <a:buSzPts val="1200"/>
              <a:buNone/>
              <a:defRPr sz="3600"/>
            </a:lvl3pPr>
            <a:lvl4pPr lvl="3" algn="l">
              <a:lnSpc>
                <a:spcPct val="100000"/>
              </a:lnSpc>
              <a:spcBef>
                <a:spcPts val="0"/>
              </a:spcBef>
              <a:spcAft>
                <a:spcPts val="0"/>
              </a:spcAft>
              <a:buSzPts val="1200"/>
              <a:buNone/>
              <a:defRPr sz="3600"/>
            </a:lvl4pPr>
            <a:lvl5pPr lvl="4" algn="l">
              <a:lnSpc>
                <a:spcPct val="100000"/>
              </a:lnSpc>
              <a:spcBef>
                <a:spcPts val="0"/>
              </a:spcBef>
              <a:spcAft>
                <a:spcPts val="0"/>
              </a:spcAft>
              <a:buSzPts val="1200"/>
              <a:buNone/>
              <a:defRPr sz="3600"/>
            </a:lvl5pPr>
            <a:lvl6pPr lvl="5" algn="l">
              <a:lnSpc>
                <a:spcPct val="100000"/>
              </a:lnSpc>
              <a:spcBef>
                <a:spcPts val="0"/>
              </a:spcBef>
              <a:spcAft>
                <a:spcPts val="0"/>
              </a:spcAft>
              <a:buSzPts val="1200"/>
              <a:buNone/>
              <a:defRPr sz="3600"/>
            </a:lvl6pPr>
            <a:lvl7pPr lvl="6" algn="l">
              <a:lnSpc>
                <a:spcPct val="100000"/>
              </a:lnSpc>
              <a:spcBef>
                <a:spcPts val="0"/>
              </a:spcBef>
              <a:spcAft>
                <a:spcPts val="0"/>
              </a:spcAft>
              <a:buSzPts val="1200"/>
              <a:buNone/>
              <a:defRPr sz="3600"/>
            </a:lvl7pPr>
            <a:lvl8pPr lvl="7" algn="l">
              <a:lnSpc>
                <a:spcPct val="100000"/>
              </a:lnSpc>
              <a:spcBef>
                <a:spcPts val="0"/>
              </a:spcBef>
              <a:spcAft>
                <a:spcPts val="0"/>
              </a:spcAft>
              <a:buSzPts val="1200"/>
              <a:buNone/>
              <a:defRPr sz="3600"/>
            </a:lvl8pPr>
            <a:lvl9pPr lvl="8" algn="l">
              <a:lnSpc>
                <a:spcPct val="100000"/>
              </a:lnSpc>
              <a:spcBef>
                <a:spcPts val="0"/>
              </a:spcBef>
              <a:spcAft>
                <a:spcPts val="0"/>
              </a:spcAft>
              <a:buSzPts val="1200"/>
              <a:buNone/>
              <a:defRPr sz="3600"/>
            </a:lvl9pPr>
          </a:lstStyle>
          <a:p/>
        </p:txBody>
      </p:sp>
      <p:sp>
        <p:nvSpPr>
          <p:cNvPr id="103" name="Google Shape;103;p36"/>
          <p:cNvSpPr/>
          <p:nvPr/>
        </p:nvSpPr>
        <p:spPr>
          <a:xfrm>
            <a:off x="6077650" y="0"/>
            <a:ext cx="1462200" cy="5143500"/>
          </a:xfrm>
          <a:prstGeom prst="rect">
            <a:avLst/>
          </a:prstGeom>
          <a:gradFill>
            <a:gsLst>
              <a:gs pos="0">
                <a:schemeClr val="accent5"/>
              </a:gs>
              <a:gs pos="100000">
                <a:schemeClr val="lt2"/>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1">
  <p:cSld name="CUSTOM_8_1_1_1_1_1_1_1_1_1_1_1_1_1_1_1_1_1_1_1_1">
    <p:spTree>
      <p:nvGrpSpPr>
        <p:cNvPr id="104" name="Shape 104"/>
        <p:cNvGrpSpPr/>
        <p:nvPr/>
      </p:nvGrpSpPr>
      <p:grpSpPr>
        <a:xfrm>
          <a:off x="0" y="0"/>
          <a:ext cx="0" cy="0"/>
          <a:chOff x="0" y="0"/>
          <a:chExt cx="0" cy="0"/>
        </a:xfrm>
      </p:grpSpPr>
      <p:sp>
        <p:nvSpPr>
          <p:cNvPr id="105" name="Google Shape;105;p37"/>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06" name="Google Shape;106;p37"/>
          <p:cNvSpPr/>
          <p:nvPr/>
        </p:nvSpPr>
        <p:spPr>
          <a:xfrm rot="10800000">
            <a:off x="3156575" y="250"/>
            <a:ext cx="59835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07" name="Google Shape;107;p37"/>
          <p:cNvSpPr txBox="1"/>
          <p:nvPr/>
        </p:nvSpPr>
        <p:spPr>
          <a:xfrm>
            <a:off x="4102943" y="1042306"/>
            <a:ext cx="558600" cy="36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200"/>
              <a:buFont typeface="Arial"/>
              <a:buNone/>
            </a:pPr>
            <a:r>
              <a:rPr b="1" i="0" lang="en" sz="7200" u="none" cap="none" strike="noStrike">
                <a:solidFill>
                  <a:schemeClr val="dk1"/>
                </a:solidFill>
                <a:latin typeface="Figtree"/>
                <a:ea typeface="Figtree"/>
                <a:cs typeface="Figtree"/>
                <a:sym typeface="Figtree"/>
              </a:rPr>
              <a:t>“</a:t>
            </a:r>
            <a:endParaRPr b="1" i="0" sz="7200" u="none" cap="none" strike="noStrike">
              <a:solidFill>
                <a:schemeClr val="dk1"/>
              </a:solidFill>
              <a:latin typeface="Figtree"/>
              <a:ea typeface="Figtree"/>
              <a:cs typeface="Figtree"/>
              <a:sym typeface="Figtree"/>
            </a:endParaRPr>
          </a:p>
        </p:txBody>
      </p:sp>
      <p:sp>
        <p:nvSpPr>
          <p:cNvPr id="108" name="Google Shape;108;p37"/>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09" name="Google Shape;109;p37"/>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10" name="Google Shape;110;p37"/>
          <p:cNvSpPr txBox="1"/>
          <p:nvPr>
            <p:ph idx="3" type="title"/>
          </p:nvPr>
        </p:nvSpPr>
        <p:spPr>
          <a:xfrm>
            <a:off x="228600" y="457200"/>
            <a:ext cx="29259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11" name="Google Shape;111;p37"/>
          <p:cNvSpPr txBox="1"/>
          <p:nvPr>
            <p:ph idx="1" type="subTitle"/>
          </p:nvPr>
        </p:nvSpPr>
        <p:spPr>
          <a:xfrm>
            <a:off x="4102950" y="1631400"/>
            <a:ext cx="4089000" cy="2288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200"/>
              <a:buNone/>
              <a:defRPr sz="2400"/>
            </a:lvl1pPr>
            <a:lvl2pPr lvl="1" algn="l">
              <a:lnSpc>
                <a:spcPct val="100000"/>
              </a:lnSpc>
              <a:spcBef>
                <a:spcPts val="0"/>
              </a:spcBef>
              <a:spcAft>
                <a:spcPts val="0"/>
              </a:spcAft>
              <a:buSzPts val="1200"/>
              <a:buNone/>
              <a:defRPr sz="2400"/>
            </a:lvl2pPr>
            <a:lvl3pPr lvl="2" algn="l">
              <a:lnSpc>
                <a:spcPct val="100000"/>
              </a:lnSpc>
              <a:spcBef>
                <a:spcPts val="0"/>
              </a:spcBef>
              <a:spcAft>
                <a:spcPts val="0"/>
              </a:spcAft>
              <a:buSzPts val="1200"/>
              <a:buNone/>
              <a:defRPr sz="2400"/>
            </a:lvl3pPr>
            <a:lvl4pPr lvl="3" algn="l">
              <a:lnSpc>
                <a:spcPct val="100000"/>
              </a:lnSpc>
              <a:spcBef>
                <a:spcPts val="0"/>
              </a:spcBef>
              <a:spcAft>
                <a:spcPts val="0"/>
              </a:spcAft>
              <a:buSzPts val="1200"/>
              <a:buNone/>
              <a:defRPr sz="2400"/>
            </a:lvl4pPr>
            <a:lvl5pPr lvl="4" algn="l">
              <a:lnSpc>
                <a:spcPct val="100000"/>
              </a:lnSpc>
              <a:spcBef>
                <a:spcPts val="0"/>
              </a:spcBef>
              <a:spcAft>
                <a:spcPts val="0"/>
              </a:spcAft>
              <a:buSzPts val="1200"/>
              <a:buNone/>
              <a:defRPr sz="2400"/>
            </a:lvl5pPr>
            <a:lvl6pPr lvl="5" algn="l">
              <a:lnSpc>
                <a:spcPct val="100000"/>
              </a:lnSpc>
              <a:spcBef>
                <a:spcPts val="0"/>
              </a:spcBef>
              <a:spcAft>
                <a:spcPts val="0"/>
              </a:spcAft>
              <a:buSzPts val="1200"/>
              <a:buNone/>
              <a:defRPr sz="2400"/>
            </a:lvl6pPr>
            <a:lvl7pPr lvl="6" algn="l">
              <a:lnSpc>
                <a:spcPct val="100000"/>
              </a:lnSpc>
              <a:spcBef>
                <a:spcPts val="0"/>
              </a:spcBef>
              <a:spcAft>
                <a:spcPts val="0"/>
              </a:spcAft>
              <a:buSzPts val="1200"/>
              <a:buNone/>
              <a:defRPr sz="2400"/>
            </a:lvl7pPr>
            <a:lvl8pPr lvl="7" algn="l">
              <a:lnSpc>
                <a:spcPct val="100000"/>
              </a:lnSpc>
              <a:spcBef>
                <a:spcPts val="0"/>
              </a:spcBef>
              <a:spcAft>
                <a:spcPts val="0"/>
              </a:spcAft>
              <a:buSzPts val="1200"/>
              <a:buNone/>
              <a:defRPr sz="2400"/>
            </a:lvl8pPr>
            <a:lvl9pPr lvl="8" algn="l">
              <a:lnSpc>
                <a:spcPct val="100000"/>
              </a:lnSpc>
              <a:spcBef>
                <a:spcPts val="0"/>
              </a:spcBef>
              <a:spcAft>
                <a:spcPts val="0"/>
              </a:spcAft>
              <a:buSzPts val="1200"/>
              <a:buNone/>
              <a:defRPr sz="2400"/>
            </a:lvl9pPr>
          </a:lstStyle>
          <a:p/>
        </p:txBody>
      </p:sp>
      <p:sp>
        <p:nvSpPr>
          <p:cNvPr id="112" name="Google Shape;112;p37"/>
          <p:cNvSpPr txBox="1"/>
          <p:nvPr>
            <p:ph idx="4" type="subTitle"/>
          </p:nvPr>
        </p:nvSpPr>
        <p:spPr>
          <a:xfrm>
            <a:off x="228600" y="3967700"/>
            <a:ext cx="23364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
        <p:nvSpPr>
          <p:cNvPr id="113" name="Google Shape;113;p37"/>
          <p:cNvSpPr/>
          <p:nvPr>
            <p:ph idx="5" type="pic"/>
          </p:nvPr>
        </p:nvSpPr>
        <p:spPr>
          <a:xfrm>
            <a:off x="228800" y="1707600"/>
            <a:ext cx="1951200" cy="20685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2">
  <p:cSld name="CUSTOM_8_1_1_1_1_1_1_1_1_1_1_1_1_1_1_1_1_1_1_1_1_2">
    <p:spTree>
      <p:nvGrpSpPr>
        <p:cNvPr id="114" name="Shape 114"/>
        <p:cNvGrpSpPr/>
        <p:nvPr/>
      </p:nvGrpSpPr>
      <p:grpSpPr>
        <a:xfrm>
          <a:off x="0" y="0"/>
          <a:ext cx="0" cy="0"/>
          <a:chOff x="0" y="0"/>
          <a:chExt cx="0" cy="0"/>
        </a:xfrm>
      </p:grpSpPr>
      <p:sp>
        <p:nvSpPr>
          <p:cNvPr id="115" name="Google Shape;115;p38"/>
          <p:cNvSpPr/>
          <p:nvPr/>
        </p:nvSpPr>
        <p:spPr>
          <a:xfrm rot="-5400000">
            <a:off x="3054300" y="1196700"/>
            <a:ext cx="3946800" cy="39468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16" name="Google Shape;116;p38"/>
          <p:cNvSpPr/>
          <p:nvPr/>
        </p:nvSpPr>
        <p:spPr>
          <a:xfrm rot="5400000">
            <a:off x="6262500" y="0"/>
            <a:ext cx="2881500" cy="2881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17" name="Google Shape;117;p38"/>
          <p:cNvSpPr/>
          <p:nvPr>
            <p:ph idx="2" type="pic"/>
          </p:nvPr>
        </p:nvSpPr>
        <p:spPr>
          <a:xfrm>
            <a:off x="0" y="-9000"/>
            <a:ext cx="3054300" cy="3252900"/>
          </a:xfrm>
          <a:prstGeom prst="rect">
            <a:avLst/>
          </a:prstGeom>
          <a:noFill/>
          <a:ln>
            <a:noFill/>
          </a:ln>
        </p:spPr>
      </p:sp>
      <p:sp>
        <p:nvSpPr>
          <p:cNvPr id="118" name="Google Shape;118;p38"/>
          <p:cNvSpPr txBox="1"/>
          <p:nvPr/>
        </p:nvSpPr>
        <p:spPr>
          <a:xfrm>
            <a:off x="3455693" y="228206"/>
            <a:ext cx="558600" cy="368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200"/>
              <a:buFont typeface="Arial"/>
              <a:buNone/>
            </a:pPr>
            <a:r>
              <a:rPr b="1" i="0" lang="en" sz="7200" u="none" cap="none" strike="noStrike">
                <a:solidFill>
                  <a:schemeClr val="dk1"/>
                </a:solidFill>
                <a:latin typeface="Figtree"/>
                <a:ea typeface="Figtree"/>
                <a:cs typeface="Figtree"/>
                <a:sym typeface="Figtree"/>
              </a:rPr>
              <a:t>“</a:t>
            </a:r>
            <a:endParaRPr b="1" i="0" sz="7200" u="none" cap="none" strike="noStrike">
              <a:solidFill>
                <a:schemeClr val="dk1"/>
              </a:solidFill>
              <a:latin typeface="Figtree"/>
              <a:ea typeface="Figtree"/>
              <a:cs typeface="Figtree"/>
              <a:sym typeface="Figtree"/>
            </a:endParaRPr>
          </a:p>
        </p:txBody>
      </p:sp>
      <p:sp>
        <p:nvSpPr>
          <p:cNvPr id="119" name="Google Shape;119;p38"/>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20" name="Google Shape;120;p38"/>
          <p:cNvSpPr txBox="1"/>
          <p:nvPr>
            <p:ph idx="3"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21" name="Google Shape;121;p38"/>
          <p:cNvSpPr txBox="1"/>
          <p:nvPr>
            <p:ph idx="4" type="title"/>
          </p:nvPr>
        </p:nvSpPr>
        <p:spPr>
          <a:xfrm>
            <a:off x="228600" y="3429000"/>
            <a:ext cx="3432600" cy="2811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22" name="Google Shape;122;p38"/>
          <p:cNvSpPr txBox="1"/>
          <p:nvPr>
            <p:ph idx="1" type="subTitle"/>
          </p:nvPr>
        </p:nvSpPr>
        <p:spPr>
          <a:xfrm>
            <a:off x="3455700" y="817300"/>
            <a:ext cx="4959300" cy="2288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200"/>
              <a:buNone/>
              <a:defRPr sz="2400"/>
            </a:lvl1pPr>
            <a:lvl2pPr lvl="1" algn="l">
              <a:lnSpc>
                <a:spcPct val="100000"/>
              </a:lnSpc>
              <a:spcBef>
                <a:spcPts val="0"/>
              </a:spcBef>
              <a:spcAft>
                <a:spcPts val="0"/>
              </a:spcAft>
              <a:buSzPts val="1200"/>
              <a:buNone/>
              <a:defRPr sz="2400"/>
            </a:lvl2pPr>
            <a:lvl3pPr lvl="2" algn="l">
              <a:lnSpc>
                <a:spcPct val="100000"/>
              </a:lnSpc>
              <a:spcBef>
                <a:spcPts val="0"/>
              </a:spcBef>
              <a:spcAft>
                <a:spcPts val="0"/>
              </a:spcAft>
              <a:buSzPts val="1200"/>
              <a:buNone/>
              <a:defRPr sz="2400"/>
            </a:lvl3pPr>
            <a:lvl4pPr lvl="3" algn="l">
              <a:lnSpc>
                <a:spcPct val="100000"/>
              </a:lnSpc>
              <a:spcBef>
                <a:spcPts val="0"/>
              </a:spcBef>
              <a:spcAft>
                <a:spcPts val="0"/>
              </a:spcAft>
              <a:buSzPts val="1200"/>
              <a:buNone/>
              <a:defRPr sz="2400"/>
            </a:lvl4pPr>
            <a:lvl5pPr lvl="4" algn="l">
              <a:lnSpc>
                <a:spcPct val="100000"/>
              </a:lnSpc>
              <a:spcBef>
                <a:spcPts val="0"/>
              </a:spcBef>
              <a:spcAft>
                <a:spcPts val="0"/>
              </a:spcAft>
              <a:buSzPts val="1200"/>
              <a:buNone/>
              <a:defRPr sz="2400"/>
            </a:lvl5pPr>
            <a:lvl6pPr lvl="5" algn="l">
              <a:lnSpc>
                <a:spcPct val="100000"/>
              </a:lnSpc>
              <a:spcBef>
                <a:spcPts val="0"/>
              </a:spcBef>
              <a:spcAft>
                <a:spcPts val="0"/>
              </a:spcAft>
              <a:buSzPts val="1200"/>
              <a:buNone/>
              <a:defRPr sz="2400"/>
            </a:lvl6pPr>
            <a:lvl7pPr lvl="6" algn="l">
              <a:lnSpc>
                <a:spcPct val="100000"/>
              </a:lnSpc>
              <a:spcBef>
                <a:spcPts val="0"/>
              </a:spcBef>
              <a:spcAft>
                <a:spcPts val="0"/>
              </a:spcAft>
              <a:buSzPts val="1200"/>
              <a:buNone/>
              <a:defRPr sz="2400"/>
            </a:lvl7pPr>
            <a:lvl8pPr lvl="7" algn="l">
              <a:lnSpc>
                <a:spcPct val="100000"/>
              </a:lnSpc>
              <a:spcBef>
                <a:spcPts val="0"/>
              </a:spcBef>
              <a:spcAft>
                <a:spcPts val="0"/>
              </a:spcAft>
              <a:buSzPts val="1200"/>
              <a:buNone/>
              <a:defRPr sz="2400"/>
            </a:lvl8pPr>
            <a:lvl9pPr lvl="8" algn="l">
              <a:lnSpc>
                <a:spcPct val="100000"/>
              </a:lnSpc>
              <a:spcBef>
                <a:spcPts val="0"/>
              </a:spcBef>
              <a:spcAft>
                <a:spcPts val="0"/>
              </a:spcAft>
              <a:buSzPts val="1200"/>
              <a:buNone/>
              <a:defRPr sz="2400"/>
            </a:lvl9pPr>
          </a:lstStyle>
          <a:p/>
        </p:txBody>
      </p:sp>
      <p:sp>
        <p:nvSpPr>
          <p:cNvPr id="123" name="Google Shape;123;p38"/>
          <p:cNvSpPr txBox="1"/>
          <p:nvPr>
            <p:ph idx="5" type="subTitle"/>
          </p:nvPr>
        </p:nvSpPr>
        <p:spPr>
          <a:xfrm>
            <a:off x="228600" y="3739100"/>
            <a:ext cx="23364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Alt 3">
  <p:cSld name="CUSTOM_8_1_1_1_1_1_1_1_1_1_1_1_1_1_1_1_1_1_1_1_1_1">
    <p:spTree>
      <p:nvGrpSpPr>
        <p:cNvPr id="124" name="Shape 124"/>
        <p:cNvGrpSpPr/>
        <p:nvPr/>
      </p:nvGrpSpPr>
      <p:grpSpPr>
        <a:xfrm>
          <a:off x="0" y="0"/>
          <a:ext cx="0" cy="0"/>
          <a:chOff x="0" y="0"/>
          <a:chExt cx="0" cy="0"/>
        </a:xfrm>
      </p:grpSpPr>
      <p:sp>
        <p:nvSpPr>
          <p:cNvPr id="125" name="Google Shape;125;p39"/>
          <p:cNvSpPr/>
          <p:nvPr/>
        </p:nvSpPr>
        <p:spPr>
          <a:xfrm>
            <a:off x="0" y="0"/>
            <a:ext cx="3776100" cy="3776100"/>
          </a:xfrm>
          <a:prstGeom prst="rect">
            <a:avLst/>
          </a:prstGeom>
          <a:gradFill>
            <a:gsLst>
              <a:gs pos="0">
                <a:schemeClr val="accent6"/>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26" name="Google Shape;126;p39"/>
          <p:cNvSpPr/>
          <p:nvPr/>
        </p:nvSpPr>
        <p:spPr>
          <a:xfrm rot="10800000">
            <a:off x="4619975"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27" name="Google Shape;127;p39"/>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28" name="Google Shape;128;p39"/>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29" name="Google Shape;129;p39"/>
          <p:cNvSpPr txBox="1"/>
          <p:nvPr>
            <p:ph idx="3" type="title"/>
          </p:nvPr>
        </p:nvSpPr>
        <p:spPr>
          <a:xfrm>
            <a:off x="228600" y="457200"/>
            <a:ext cx="34326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30" name="Google Shape;130;p39"/>
          <p:cNvSpPr txBox="1"/>
          <p:nvPr>
            <p:ph idx="1" type="subTitle"/>
          </p:nvPr>
        </p:nvSpPr>
        <p:spPr>
          <a:xfrm>
            <a:off x="230075" y="882000"/>
            <a:ext cx="3716700" cy="11220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31" name="Google Shape;131;p39"/>
          <p:cNvSpPr txBox="1"/>
          <p:nvPr>
            <p:ph idx="4" type="body"/>
          </p:nvPr>
        </p:nvSpPr>
        <p:spPr>
          <a:xfrm>
            <a:off x="230075" y="3492500"/>
            <a:ext cx="3462600" cy="714000"/>
          </a:xfrm>
          <a:prstGeom prst="rect">
            <a:avLst/>
          </a:prstGeom>
          <a:noFill/>
          <a:ln>
            <a:noFill/>
          </a:ln>
        </p:spPr>
        <p:txBody>
          <a:bodyPr anchorCtr="0" anchor="b"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32" name="Google Shape;132;p39"/>
          <p:cNvSpPr/>
          <p:nvPr>
            <p:ph idx="5" type="pic"/>
          </p:nvPr>
        </p:nvSpPr>
        <p:spPr>
          <a:xfrm>
            <a:off x="5520400" y="921875"/>
            <a:ext cx="2724900" cy="32931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8_1_1_1_1_1_1_1_1_1_1_1_1_1_1_1_1_1_1_1_1_1_1">
    <p:spTree>
      <p:nvGrpSpPr>
        <p:cNvPr id="133" name="Shape 133"/>
        <p:cNvGrpSpPr/>
        <p:nvPr/>
      </p:nvGrpSpPr>
      <p:grpSpPr>
        <a:xfrm>
          <a:off x="0" y="0"/>
          <a:ext cx="0" cy="0"/>
          <a:chOff x="0" y="0"/>
          <a:chExt cx="0" cy="0"/>
        </a:xfrm>
      </p:grpSpPr>
      <p:sp>
        <p:nvSpPr>
          <p:cNvPr id="134" name="Google Shape;134;p40"/>
          <p:cNvSpPr/>
          <p:nvPr/>
        </p:nvSpPr>
        <p:spPr>
          <a:xfrm rot="8100000">
            <a:off x="1338758" y="1905656"/>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Jost"/>
              <a:ea typeface="Jost"/>
              <a:cs typeface="Jost"/>
              <a:sym typeface="Jost"/>
            </a:endParaRPr>
          </a:p>
        </p:txBody>
      </p:sp>
      <p:sp>
        <p:nvSpPr>
          <p:cNvPr id="135" name="Google Shape;135;p40"/>
          <p:cNvSpPr/>
          <p:nvPr/>
        </p:nvSpPr>
        <p:spPr>
          <a:xfrm rot="-2700000">
            <a:off x="3109572" y="-1459928"/>
            <a:ext cx="2922755" cy="2922755"/>
          </a:xfrm>
          <a:prstGeom prst="rtTriangle">
            <a:avLst/>
          </a:prstGeom>
          <a:gradFill>
            <a:gsLst>
              <a:gs pos="0">
                <a:schemeClr val="accent5"/>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Jost"/>
              <a:ea typeface="Jost"/>
              <a:cs typeface="Jost"/>
              <a:sym typeface="Jost"/>
            </a:endParaRPr>
          </a:p>
        </p:txBody>
      </p:sp>
      <p:sp>
        <p:nvSpPr>
          <p:cNvPr id="136" name="Google Shape;136;p40"/>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37" name="Google Shape;137;p40"/>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138" name="Google Shape;138;p40"/>
          <p:cNvSpPr txBox="1"/>
          <p:nvPr>
            <p:ph idx="1" type="subTitle"/>
          </p:nvPr>
        </p:nvSpPr>
        <p:spPr>
          <a:xfrm>
            <a:off x="230075" y="1548047"/>
            <a:ext cx="4653900" cy="303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a:latin typeface="Jost"/>
                <a:ea typeface="Jost"/>
                <a:cs typeface="Jost"/>
                <a:sym typeface="Jost"/>
              </a:defRPr>
            </a:lvl1pPr>
            <a:lvl2pPr lvl="1" algn="l">
              <a:lnSpc>
                <a:spcPct val="100000"/>
              </a:lnSpc>
              <a:spcBef>
                <a:spcPts val="0"/>
              </a:spcBef>
              <a:spcAft>
                <a:spcPts val="0"/>
              </a:spcAft>
              <a:buSzPts val="1200"/>
              <a:buNone/>
              <a:defRPr>
                <a:latin typeface="Jost"/>
                <a:ea typeface="Jost"/>
                <a:cs typeface="Jost"/>
                <a:sym typeface="Jost"/>
              </a:defRPr>
            </a:lvl2pPr>
            <a:lvl3pPr lvl="2" algn="l">
              <a:lnSpc>
                <a:spcPct val="100000"/>
              </a:lnSpc>
              <a:spcBef>
                <a:spcPts val="0"/>
              </a:spcBef>
              <a:spcAft>
                <a:spcPts val="0"/>
              </a:spcAft>
              <a:buSzPts val="1200"/>
              <a:buNone/>
              <a:defRPr>
                <a:latin typeface="Jost"/>
                <a:ea typeface="Jost"/>
                <a:cs typeface="Jost"/>
                <a:sym typeface="Jost"/>
              </a:defRPr>
            </a:lvl3pPr>
            <a:lvl4pPr lvl="3" algn="l">
              <a:lnSpc>
                <a:spcPct val="100000"/>
              </a:lnSpc>
              <a:spcBef>
                <a:spcPts val="0"/>
              </a:spcBef>
              <a:spcAft>
                <a:spcPts val="0"/>
              </a:spcAft>
              <a:buSzPts val="1200"/>
              <a:buNone/>
              <a:defRPr>
                <a:latin typeface="Jost"/>
                <a:ea typeface="Jost"/>
                <a:cs typeface="Jost"/>
                <a:sym typeface="Jost"/>
              </a:defRPr>
            </a:lvl4pPr>
            <a:lvl5pPr lvl="4" algn="l">
              <a:lnSpc>
                <a:spcPct val="100000"/>
              </a:lnSpc>
              <a:spcBef>
                <a:spcPts val="0"/>
              </a:spcBef>
              <a:spcAft>
                <a:spcPts val="0"/>
              </a:spcAft>
              <a:buSzPts val="1200"/>
              <a:buNone/>
              <a:defRPr>
                <a:latin typeface="Jost"/>
                <a:ea typeface="Jost"/>
                <a:cs typeface="Jost"/>
                <a:sym typeface="Jost"/>
              </a:defRPr>
            </a:lvl5pPr>
            <a:lvl6pPr lvl="5" algn="l">
              <a:lnSpc>
                <a:spcPct val="100000"/>
              </a:lnSpc>
              <a:spcBef>
                <a:spcPts val="0"/>
              </a:spcBef>
              <a:spcAft>
                <a:spcPts val="0"/>
              </a:spcAft>
              <a:buSzPts val="1200"/>
              <a:buNone/>
              <a:defRPr>
                <a:latin typeface="Jost"/>
                <a:ea typeface="Jost"/>
                <a:cs typeface="Jost"/>
                <a:sym typeface="Jost"/>
              </a:defRPr>
            </a:lvl6pPr>
            <a:lvl7pPr lvl="6" algn="l">
              <a:lnSpc>
                <a:spcPct val="100000"/>
              </a:lnSpc>
              <a:spcBef>
                <a:spcPts val="0"/>
              </a:spcBef>
              <a:spcAft>
                <a:spcPts val="0"/>
              </a:spcAft>
              <a:buSzPts val="1200"/>
              <a:buNone/>
              <a:defRPr>
                <a:latin typeface="Jost"/>
                <a:ea typeface="Jost"/>
                <a:cs typeface="Jost"/>
                <a:sym typeface="Jost"/>
              </a:defRPr>
            </a:lvl7pPr>
            <a:lvl8pPr lvl="7" algn="l">
              <a:lnSpc>
                <a:spcPct val="100000"/>
              </a:lnSpc>
              <a:spcBef>
                <a:spcPts val="0"/>
              </a:spcBef>
              <a:spcAft>
                <a:spcPts val="0"/>
              </a:spcAft>
              <a:buSzPts val="1200"/>
              <a:buNone/>
              <a:defRPr>
                <a:latin typeface="Jost"/>
                <a:ea typeface="Jost"/>
                <a:cs typeface="Jost"/>
                <a:sym typeface="Jost"/>
              </a:defRPr>
            </a:lvl8pPr>
            <a:lvl9pPr lvl="8" algn="l">
              <a:lnSpc>
                <a:spcPct val="100000"/>
              </a:lnSpc>
              <a:spcBef>
                <a:spcPts val="0"/>
              </a:spcBef>
              <a:spcAft>
                <a:spcPts val="0"/>
              </a:spcAft>
              <a:buSzPts val="1200"/>
              <a:buNone/>
              <a:defRPr>
                <a:latin typeface="Jost"/>
                <a:ea typeface="Jost"/>
                <a:cs typeface="Jost"/>
                <a:sym typeface="Jost"/>
              </a:defRPr>
            </a:lvl9pPr>
          </a:lstStyle>
          <a:p/>
        </p:txBody>
      </p:sp>
      <p:sp>
        <p:nvSpPr>
          <p:cNvPr id="139" name="Google Shape;139;p40"/>
          <p:cNvSpPr txBox="1"/>
          <p:nvPr>
            <p:ph idx="3" type="title"/>
          </p:nvPr>
        </p:nvSpPr>
        <p:spPr>
          <a:xfrm>
            <a:off x="228600" y="1960022"/>
            <a:ext cx="7224600" cy="1265100"/>
          </a:xfrm>
          <a:prstGeom prst="rect">
            <a:avLst/>
          </a:prstGeom>
          <a:noFill/>
          <a:ln>
            <a:noFill/>
          </a:ln>
        </p:spPr>
        <p:txBody>
          <a:bodyPr anchorCtr="0" anchor="t" bIns="0" lIns="0" spcFirstLastPara="1" rIns="0" wrap="square" tIns="0">
            <a:noAutofit/>
          </a:bodyPr>
          <a:lstStyle>
            <a:lvl1pPr lvl="0" algn="l">
              <a:lnSpc>
                <a:spcPct val="90000"/>
              </a:lnSpc>
              <a:spcBef>
                <a:spcPts val="0"/>
              </a:spcBef>
              <a:spcAft>
                <a:spcPts val="0"/>
              </a:spcAft>
              <a:buSzPts val="4500"/>
              <a:buNone/>
              <a:defRPr sz="4500"/>
            </a:lvl1pPr>
            <a:lvl2pPr lvl="1" algn="l">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2pPr>
            <a:lvl3pPr lvl="2" algn="l">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3pPr>
            <a:lvl4pPr lvl="3" algn="l">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4pPr>
            <a:lvl5pPr lvl="4" algn="l">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5pPr>
            <a:lvl6pPr lvl="5" algn="l">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6pPr>
            <a:lvl7pPr lvl="6" algn="l">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7pPr>
            <a:lvl8pPr lvl="7" algn="l">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8pPr>
            <a:lvl9pPr lvl="8" algn="l">
              <a:lnSpc>
                <a:spcPct val="90000"/>
              </a:lnSpc>
              <a:spcBef>
                <a:spcPts val="0"/>
              </a:spcBef>
              <a:spcAft>
                <a:spcPts val="0"/>
              </a:spcAft>
              <a:buClr>
                <a:schemeClr val="dk1"/>
              </a:buClr>
              <a:buSzPts val="4500"/>
              <a:buFont typeface="Figtree"/>
              <a:buNone/>
              <a:defRPr sz="4500">
                <a:solidFill>
                  <a:schemeClr val="dk1"/>
                </a:solidFill>
                <a:latin typeface="Figtree"/>
                <a:ea typeface="Figtree"/>
                <a:cs typeface="Figtree"/>
                <a:sym typeface="Figtre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p:cSld name="CUSTOM_8_1_1_1_1_1_1_1_1_1_1_1_1_1_1_1_1_1_1_1_1_1_1_1">
    <p:spTree>
      <p:nvGrpSpPr>
        <p:cNvPr id="140" name="Shape 140"/>
        <p:cNvGrpSpPr/>
        <p:nvPr/>
      </p:nvGrpSpPr>
      <p:grpSpPr>
        <a:xfrm>
          <a:off x="0" y="0"/>
          <a:ext cx="0" cy="0"/>
          <a:chOff x="0" y="0"/>
          <a:chExt cx="0" cy="0"/>
        </a:xfrm>
      </p:grpSpPr>
      <p:sp>
        <p:nvSpPr>
          <p:cNvPr id="141" name="Google Shape;141;p41"/>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42" name="Google Shape;142;p41"/>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43" name="Google Shape;143;p41"/>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44" name="Google Shape;144;p41"/>
          <p:cNvSpPr txBox="1"/>
          <p:nvPr>
            <p:ph idx="1" type="subTitle"/>
          </p:nvPr>
        </p:nvSpPr>
        <p:spPr>
          <a:xfrm>
            <a:off x="1638400" y="1547558"/>
            <a:ext cx="1372500" cy="431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45" name="Google Shape;145;p41"/>
          <p:cNvSpPr txBox="1"/>
          <p:nvPr>
            <p:ph idx="4" type="subTitle"/>
          </p:nvPr>
        </p:nvSpPr>
        <p:spPr>
          <a:xfrm>
            <a:off x="3099713" y="1547558"/>
            <a:ext cx="1372500" cy="431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46" name="Google Shape;146;p41"/>
          <p:cNvSpPr txBox="1"/>
          <p:nvPr>
            <p:ph idx="5" type="subTitle"/>
          </p:nvPr>
        </p:nvSpPr>
        <p:spPr>
          <a:xfrm>
            <a:off x="4563613" y="1547558"/>
            <a:ext cx="1372500" cy="431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47" name="Google Shape;147;p41"/>
          <p:cNvSpPr txBox="1"/>
          <p:nvPr>
            <p:ph idx="6" type="subTitle"/>
          </p:nvPr>
        </p:nvSpPr>
        <p:spPr>
          <a:xfrm>
            <a:off x="6024925" y="1547558"/>
            <a:ext cx="1372500" cy="431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48" name="Google Shape;148;p41"/>
          <p:cNvSpPr txBox="1"/>
          <p:nvPr>
            <p:ph idx="7" type="subTitle"/>
          </p:nvPr>
        </p:nvSpPr>
        <p:spPr>
          <a:xfrm>
            <a:off x="7521175" y="1547546"/>
            <a:ext cx="1372500" cy="4317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149" name="Google Shape;149;p41"/>
          <p:cNvSpPr txBox="1"/>
          <p:nvPr>
            <p:ph idx="8" type="subTitle"/>
          </p:nvPr>
        </p:nvSpPr>
        <p:spPr>
          <a:xfrm>
            <a:off x="381000" y="2131483"/>
            <a:ext cx="1105800" cy="431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50" name="Google Shape;150;p41"/>
          <p:cNvSpPr txBox="1"/>
          <p:nvPr>
            <p:ph idx="9" type="subTitle"/>
          </p:nvPr>
        </p:nvSpPr>
        <p:spPr>
          <a:xfrm>
            <a:off x="381000" y="2687933"/>
            <a:ext cx="1105800" cy="431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51" name="Google Shape;151;p41"/>
          <p:cNvSpPr txBox="1"/>
          <p:nvPr>
            <p:ph idx="13" type="subTitle"/>
          </p:nvPr>
        </p:nvSpPr>
        <p:spPr>
          <a:xfrm>
            <a:off x="381000" y="3238608"/>
            <a:ext cx="1105800" cy="431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52" name="Google Shape;152;p41"/>
          <p:cNvSpPr txBox="1"/>
          <p:nvPr>
            <p:ph idx="14" type="subTitle"/>
          </p:nvPr>
        </p:nvSpPr>
        <p:spPr>
          <a:xfrm>
            <a:off x="381000" y="3795058"/>
            <a:ext cx="1105800" cy="431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53" name="Google Shape;153;p41"/>
          <p:cNvSpPr txBox="1"/>
          <p:nvPr>
            <p:ph idx="15" type="subTitle"/>
          </p:nvPr>
        </p:nvSpPr>
        <p:spPr>
          <a:xfrm>
            <a:off x="381000" y="4351508"/>
            <a:ext cx="1105800" cy="431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1">
  <p:cSld name="CUSTOM_8_1_1_1_1_1_1_1_1_1_1_1_1_1_1_1_1_1_1_1_1_1_1_1_2">
    <p:spTree>
      <p:nvGrpSpPr>
        <p:cNvPr id="154" name="Shape 154"/>
        <p:cNvGrpSpPr/>
        <p:nvPr/>
      </p:nvGrpSpPr>
      <p:grpSpPr>
        <a:xfrm>
          <a:off x="0" y="0"/>
          <a:ext cx="0" cy="0"/>
          <a:chOff x="0" y="0"/>
          <a:chExt cx="0" cy="0"/>
        </a:xfrm>
      </p:grpSpPr>
      <p:sp>
        <p:nvSpPr>
          <p:cNvPr id="155" name="Google Shape;155;p42"/>
          <p:cNvSpPr/>
          <p:nvPr/>
        </p:nvSpPr>
        <p:spPr>
          <a:xfrm flipH="1">
            <a:off x="6286500" y="0"/>
            <a:ext cx="2857500" cy="28575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56" name="Google Shape;156;p42"/>
          <p:cNvSpPr/>
          <p:nvPr/>
        </p:nvSpPr>
        <p:spPr>
          <a:xfrm rot="10800000">
            <a:off x="0" y="250"/>
            <a:ext cx="45201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157" name="Google Shape;157;p42"/>
          <p:cNvSpPr txBox="1"/>
          <p:nvPr>
            <p:ph idx="1" type="body"/>
          </p:nvPr>
        </p:nvSpPr>
        <p:spPr>
          <a:xfrm>
            <a:off x="4903325" y="1072775"/>
            <a:ext cx="3681600" cy="3432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58" name="Google Shape;158;p42"/>
          <p:cNvSpPr txBox="1"/>
          <p:nvPr>
            <p:ph idx="2" type="body"/>
          </p:nvPr>
        </p:nvSpPr>
        <p:spPr>
          <a:xfrm>
            <a:off x="4903325" y="2018675"/>
            <a:ext cx="3681600" cy="3432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59" name="Google Shape;159;p42"/>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60" name="Google Shape;160;p42"/>
          <p:cNvSpPr txBox="1"/>
          <p:nvPr>
            <p:ph idx="3"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61" name="Google Shape;161;p42"/>
          <p:cNvSpPr/>
          <p:nvPr>
            <p:ph idx="4" type="pic"/>
          </p:nvPr>
        </p:nvSpPr>
        <p:spPr>
          <a:xfrm>
            <a:off x="230075" y="457200"/>
            <a:ext cx="3681600" cy="2309700"/>
          </a:xfrm>
          <a:prstGeom prst="rect">
            <a:avLst/>
          </a:prstGeom>
          <a:noFill/>
          <a:ln>
            <a:noFill/>
          </a:ln>
        </p:spPr>
      </p:sp>
      <p:sp>
        <p:nvSpPr>
          <p:cNvPr id="162" name="Google Shape;162;p42"/>
          <p:cNvSpPr txBox="1"/>
          <p:nvPr>
            <p:ph idx="5" type="title"/>
          </p:nvPr>
        </p:nvSpPr>
        <p:spPr>
          <a:xfrm>
            <a:off x="230075" y="2993600"/>
            <a:ext cx="3681600" cy="343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63" name="Google Shape;163;p42"/>
          <p:cNvSpPr txBox="1"/>
          <p:nvPr>
            <p:ph idx="6" type="body"/>
          </p:nvPr>
        </p:nvSpPr>
        <p:spPr>
          <a:xfrm>
            <a:off x="230075" y="3515700"/>
            <a:ext cx="3681600" cy="9135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64" name="Google Shape;164;p42"/>
          <p:cNvSpPr txBox="1"/>
          <p:nvPr>
            <p:ph idx="7" type="body"/>
          </p:nvPr>
        </p:nvSpPr>
        <p:spPr>
          <a:xfrm>
            <a:off x="4903325" y="2964575"/>
            <a:ext cx="3681600" cy="4452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65" name="Google Shape;165;p42"/>
          <p:cNvSpPr txBox="1"/>
          <p:nvPr>
            <p:ph idx="8" type="subTitle"/>
          </p:nvPr>
        </p:nvSpPr>
        <p:spPr>
          <a:xfrm>
            <a:off x="4903325" y="2653700"/>
            <a:ext cx="2378700" cy="167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solidFill>
                  <a:schemeClr val="accent4"/>
                </a:solidFill>
                <a:latin typeface="Jost"/>
                <a:ea typeface="Jost"/>
                <a:cs typeface="Jost"/>
                <a:sym typeface="Jost"/>
              </a:defRPr>
            </a:lvl1pPr>
            <a:lvl2pPr lvl="1" algn="l">
              <a:lnSpc>
                <a:spcPct val="100000"/>
              </a:lnSpc>
              <a:spcBef>
                <a:spcPts val="0"/>
              </a:spcBef>
              <a:spcAft>
                <a:spcPts val="0"/>
              </a:spcAft>
              <a:buSzPts val="1200"/>
              <a:buNone/>
              <a:defRPr sz="1200">
                <a:solidFill>
                  <a:schemeClr val="accent4"/>
                </a:solidFill>
                <a:latin typeface="Jost"/>
                <a:ea typeface="Jost"/>
                <a:cs typeface="Jost"/>
                <a:sym typeface="Jost"/>
              </a:defRPr>
            </a:lvl2pPr>
            <a:lvl3pPr lvl="2" algn="l">
              <a:lnSpc>
                <a:spcPct val="100000"/>
              </a:lnSpc>
              <a:spcBef>
                <a:spcPts val="0"/>
              </a:spcBef>
              <a:spcAft>
                <a:spcPts val="0"/>
              </a:spcAft>
              <a:buSzPts val="1200"/>
              <a:buNone/>
              <a:defRPr sz="1200">
                <a:solidFill>
                  <a:schemeClr val="accent4"/>
                </a:solidFill>
                <a:latin typeface="Jost"/>
                <a:ea typeface="Jost"/>
                <a:cs typeface="Jost"/>
                <a:sym typeface="Jost"/>
              </a:defRPr>
            </a:lvl3pPr>
            <a:lvl4pPr lvl="3" algn="l">
              <a:lnSpc>
                <a:spcPct val="100000"/>
              </a:lnSpc>
              <a:spcBef>
                <a:spcPts val="0"/>
              </a:spcBef>
              <a:spcAft>
                <a:spcPts val="0"/>
              </a:spcAft>
              <a:buSzPts val="1200"/>
              <a:buNone/>
              <a:defRPr sz="1200">
                <a:solidFill>
                  <a:schemeClr val="accent4"/>
                </a:solidFill>
                <a:latin typeface="Jost"/>
                <a:ea typeface="Jost"/>
                <a:cs typeface="Jost"/>
                <a:sym typeface="Jost"/>
              </a:defRPr>
            </a:lvl4pPr>
            <a:lvl5pPr lvl="4" algn="l">
              <a:lnSpc>
                <a:spcPct val="100000"/>
              </a:lnSpc>
              <a:spcBef>
                <a:spcPts val="0"/>
              </a:spcBef>
              <a:spcAft>
                <a:spcPts val="0"/>
              </a:spcAft>
              <a:buSzPts val="1200"/>
              <a:buNone/>
              <a:defRPr sz="1200">
                <a:solidFill>
                  <a:schemeClr val="accent4"/>
                </a:solidFill>
                <a:latin typeface="Jost"/>
                <a:ea typeface="Jost"/>
                <a:cs typeface="Jost"/>
                <a:sym typeface="Jost"/>
              </a:defRPr>
            </a:lvl5pPr>
            <a:lvl6pPr lvl="5" algn="l">
              <a:lnSpc>
                <a:spcPct val="100000"/>
              </a:lnSpc>
              <a:spcBef>
                <a:spcPts val="0"/>
              </a:spcBef>
              <a:spcAft>
                <a:spcPts val="0"/>
              </a:spcAft>
              <a:buSzPts val="1200"/>
              <a:buNone/>
              <a:defRPr sz="1200">
                <a:solidFill>
                  <a:schemeClr val="accent4"/>
                </a:solidFill>
                <a:latin typeface="Jost"/>
                <a:ea typeface="Jost"/>
                <a:cs typeface="Jost"/>
                <a:sym typeface="Jost"/>
              </a:defRPr>
            </a:lvl6pPr>
            <a:lvl7pPr lvl="6" algn="l">
              <a:lnSpc>
                <a:spcPct val="100000"/>
              </a:lnSpc>
              <a:spcBef>
                <a:spcPts val="0"/>
              </a:spcBef>
              <a:spcAft>
                <a:spcPts val="0"/>
              </a:spcAft>
              <a:buSzPts val="1200"/>
              <a:buNone/>
              <a:defRPr sz="1200">
                <a:solidFill>
                  <a:schemeClr val="accent4"/>
                </a:solidFill>
                <a:latin typeface="Jost"/>
                <a:ea typeface="Jost"/>
                <a:cs typeface="Jost"/>
                <a:sym typeface="Jost"/>
              </a:defRPr>
            </a:lvl7pPr>
            <a:lvl8pPr lvl="7" algn="l">
              <a:lnSpc>
                <a:spcPct val="100000"/>
              </a:lnSpc>
              <a:spcBef>
                <a:spcPts val="0"/>
              </a:spcBef>
              <a:spcAft>
                <a:spcPts val="0"/>
              </a:spcAft>
              <a:buSzPts val="1200"/>
              <a:buNone/>
              <a:defRPr sz="1200">
                <a:solidFill>
                  <a:schemeClr val="accent4"/>
                </a:solidFill>
                <a:latin typeface="Jost"/>
                <a:ea typeface="Jost"/>
                <a:cs typeface="Jost"/>
                <a:sym typeface="Jost"/>
              </a:defRPr>
            </a:lvl8pPr>
            <a:lvl9pPr lvl="8" algn="l">
              <a:lnSpc>
                <a:spcPct val="100000"/>
              </a:lnSpc>
              <a:spcBef>
                <a:spcPts val="0"/>
              </a:spcBef>
              <a:spcAft>
                <a:spcPts val="0"/>
              </a:spcAft>
              <a:buSzPts val="1200"/>
              <a:buNone/>
              <a:defRPr sz="1200">
                <a:solidFill>
                  <a:schemeClr val="accent4"/>
                </a:solidFill>
                <a:latin typeface="Jost"/>
                <a:ea typeface="Jost"/>
                <a:cs typeface="Jost"/>
                <a:sym typeface="Jost"/>
              </a:defRPr>
            </a:lvl9pPr>
          </a:lstStyle>
          <a:p/>
        </p:txBody>
      </p:sp>
      <p:sp>
        <p:nvSpPr>
          <p:cNvPr id="166" name="Google Shape;166;p42"/>
          <p:cNvSpPr txBox="1"/>
          <p:nvPr>
            <p:ph idx="9" type="subTitle"/>
          </p:nvPr>
        </p:nvSpPr>
        <p:spPr>
          <a:xfrm>
            <a:off x="4903325" y="1707800"/>
            <a:ext cx="2378700" cy="167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solidFill>
                  <a:schemeClr val="accent4"/>
                </a:solidFill>
                <a:latin typeface="Jost"/>
                <a:ea typeface="Jost"/>
                <a:cs typeface="Jost"/>
                <a:sym typeface="Jost"/>
              </a:defRPr>
            </a:lvl1pPr>
            <a:lvl2pPr lvl="1" algn="l">
              <a:lnSpc>
                <a:spcPct val="100000"/>
              </a:lnSpc>
              <a:spcBef>
                <a:spcPts val="0"/>
              </a:spcBef>
              <a:spcAft>
                <a:spcPts val="0"/>
              </a:spcAft>
              <a:buSzPts val="1200"/>
              <a:buNone/>
              <a:defRPr sz="1200">
                <a:solidFill>
                  <a:schemeClr val="accent4"/>
                </a:solidFill>
                <a:latin typeface="Jost"/>
                <a:ea typeface="Jost"/>
                <a:cs typeface="Jost"/>
                <a:sym typeface="Jost"/>
              </a:defRPr>
            </a:lvl2pPr>
            <a:lvl3pPr lvl="2" algn="l">
              <a:lnSpc>
                <a:spcPct val="100000"/>
              </a:lnSpc>
              <a:spcBef>
                <a:spcPts val="0"/>
              </a:spcBef>
              <a:spcAft>
                <a:spcPts val="0"/>
              </a:spcAft>
              <a:buSzPts val="1200"/>
              <a:buNone/>
              <a:defRPr sz="1200">
                <a:solidFill>
                  <a:schemeClr val="accent4"/>
                </a:solidFill>
                <a:latin typeface="Jost"/>
                <a:ea typeface="Jost"/>
                <a:cs typeface="Jost"/>
                <a:sym typeface="Jost"/>
              </a:defRPr>
            </a:lvl3pPr>
            <a:lvl4pPr lvl="3" algn="l">
              <a:lnSpc>
                <a:spcPct val="100000"/>
              </a:lnSpc>
              <a:spcBef>
                <a:spcPts val="0"/>
              </a:spcBef>
              <a:spcAft>
                <a:spcPts val="0"/>
              </a:spcAft>
              <a:buSzPts val="1200"/>
              <a:buNone/>
              <a:defRPr sz="1200">
                <a:solidFill>
                  <a:schemeClr val="accent4"/>
                </a:solidFill>
                <a:latin typeface="Jost"/>
                <a:ea typeface="Jost"/>
                <a:cs typeface="Jost"/>
                <a:sym typeface="Jost"/>
              </a:defRPr>
            </a:lvl4pPr>
            <a:lvl5pPr lvl="4" algn="l">
              <a:lnSpc>
                <a:spcPct val="100000"/>
              </a:lnSpc>
              <a:spcBef>
                <a:spcPts val="0"/>
              </a:spcBef>
              <a:spcAft>
                <a:spcPts val="0"/>
              </a:spcAft>
              <a:buSzPts val="1200"/>
              <a:buNone/>
              <a:defRPr sz="1200">
                <a:solidFill>
                  <a:schemeClr val="accent4"/>
                </a:solidFill>
                <a:latin typeface="Jost"/>
                <a:ea typeface="Jost"/>
                <a:cs typeface="Jost"/>
                <a:sym typeface="Jost"/>
              </a:defRPr>
            </a:lvl5pPr>
            <a:lvl6pPr lvl="5" algn="l">
              <a:lnSpc>
                <a:spcPct val="100000"/>
              </a:lnSpc>
              <a:spcBef>
                <a:spcPts val="0"/>
              </a:spcBef>
              <a:spcAft>
                <a:spcPts val="0"/>
              </a:spcAft>
              <a:buSzPts val="1200"/>
              <a:buNone/>
              <a:defRPr sz="1200">
                <a:solidFill>
                  <a:schemeClr val="accent4"/>
                </a:solidFill>
                <a:latin typeface="Jost"/>
                <a:ea typeface="Jost"/>
                <a:cs typeface="Jost"/>
                <a:sym typeface="Jost"/>
              </a:defRPr>
            </a:lvl6pPr>
            <a:lvl7pPr lvl="6" algn="l">
              <a:lnSpc>
                <a:spcPct val="100000"/>
              </a:lnSpc>
              <a:spcBef>
                <a:spcPts val="0"/>
              </a:spcBef>
              <a:spcAft>
                <a:spcPts val="0"/>
              </a:spcAft>
              <a:buSzPts val="1200"/>
              <a:buNone/>
              <a:defRPr sz="1200">
                <a:solidFill>
                  <a:schemeClr val="accent4"/>
                </a:solidFill>
                <a:latin typeface="Jost"/>
                <a:ea typeface="Jost"/>
                <a:cs typeface="Jost"/>
                <a:sym typeface="Jost"/>
              </a:defRPr>
            </a:lvl7pPr>
            <a:lvl8pPr lvl="7" algn="l">
              <a:lnSpc>
                <a:spcPct val="100000"/>
              </a:lnSpc>
              <a:spcBef>
                <a:spcPts val="0"/>
              </a:spcBef>
              <a:spcAft>
                <a:spcPts val="0"/>
              </a:spcAft>
              <a:buSzPts val="1200"/>
              <a:buNone/>
              <a:defRPr sz="1200">
                <a:solidFill>
                  <a:schemeClr val="accent4"/>
                </a:solidFill>
                <a:latin typeface="Jost"/>
                <a:ea typeface="Jost"/>
                <a:cs typeface="Jost"/>
                <a:sym typeface="Jost"/>
              </a:defRPr>
            </a:lvl8pPr>
            <a:lvl9pPr lvl="8" algn="l">
              <a:lnSpc>
                <a:spcPct val="100000"/>
              </a:lnSpc>
              <a:spcBef>
                <a:spcPts val="0"/>
              </a:spcBef>
              <a:spcAft>
                <a:spcPts val="0"/>
              </a:spcAft>
              <a:buSzPts val="1200"/>
              <a:buNone/>
              <a:defRPr sz="1200">
                <a:solidFill>
                  <a:schemeClr val="accent4"/>
                </a:solidFill>
                <a:latin typeface="Jost"/>
                <a:ea typeface="Jost"/>
                <a:cs typeface="Jost"/>
                <a:sym typeface="Jost"/>
              </a:defRPr>
            </a:lvl9pPr>
          </a:lstStyle>
          <a:p/>
        </p:txBody>
      </p:sp>
      <p:sp>
        <p:nvSpPr>
          <p:cNvPr id="167" name="Google Shape;167;p42"/>
          <p:cNvSpPr txBox="1"/>
          <p:nvPr>
            <p:ph idx="13" type="subTitle"/>
          </p:nvPr>
        </p:nvSpPr>
        <p:spPr>
          <a:xfrm>
            <a:off x="4903325" y="761900"/>
            <a:ext cx="2378700" cy="167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solidFill>
                  <a:schemeClr val="accent4"/>
                </a:solidFill>
                <a:latin typeface="Jost"/>
                <a:ea typeface="Jost"/>
                <a:cs typeface="Jost"/>
                <a:sym typeface="Jost"/>
              </a:defRPr>
            </a:lvl1pPr>
            <a:lvl2pPr lvl="1" algn="l">
              <a:lnSpc>
                <a:spcPct val="100000"/>
              </a:lnSpc>
              <a:spcBef>
                <a:spcPts val="0"/>
              </a:spcBef>
              <a:spcAft>
                <a:spcPts val="0"/>
              </a:spcAft>
              <a:buSzPts val="1200"/>
              <a:buNone/>
              <a:defRPr sz="1200">
                <a:solidFill>
                  <a:schemeClr val="accent4"/>
                </a:solidFill>
                <a:latin typeface="Jost"/>
                <a:ea typeface="Jost"/>
                <a:cs typeface="Jost"/>
                <a:sym typeface="Jost"/>
              </a:defRPr>
            </a:lvl2pPr>
            <a:lvl3pPr lvl="2" algn="l">
              <a:lnSpc>
                <a:spcPct val="100000"/>
              </a:lnSpc>
              <a:spcBef>
                <a:spcPts val="0"/>
              </a:spcBef>
              <a:spcAft>
                <a:spcPts val="0"/>
              </a:spcAft>
              <a:buSzPts val="1200"/>
              <a:buNone/>
              <a:defRPr sz="1200">
                <a:solidFill>
                  <a:schemeClr val="accent4"/>
                </a:solidFill>
                <a:latin typeface="Jost"/>
                <a:ea typeface="Jost"/>
                <a:cs typeface="Jost"/>
                <a:sym typeface="Jost"/>
              </a:defRPr>
            </a:lvl3pPr>
            <a:lvl4pPr lvl="3" algn="l">
              <a:lnSpc>
                <a:spcPct val="100000"/>
              </a:lnSpc>
              <a:spcBef>
                <a:spcPts val="0"/>
              </a:spcBef>
              <a:spcAft>
                <a:spcPts val="0"/>
              </a:spcAft>
              <a:buSzPts val="1200"/>
              <a:buNone/>
              <a:defRPr sz="1200">
                <a:solidFill>
                  <a:schemeClr val="accent4"/>
                </a:solidFill>
                <a:latin typeface="Jost"/>
                <a:ea typeface="Jost"/>
                <a:cs typeface="Jost"/>
                <a:sym typeface="Jost"/>
              </a:defRPr>
            </a:lvl4pPr>
            <a:lvl5pPr lvl="4" algn="l">
              <a:lnSpc>
                <a:spcPct val="100000"/>
              </a:lnSpc>
              <a:spcBef>
                <a:spcPts val="0"/>
              </a:spcBef>
              <a:spcAft>
                <a:spcPts val="0"/>
              </a:spcAft>
              <a:buSzPts val="1200"/>
              <a:buNone/>
              <a:defRPr sz="1200">
                <a:solidFill>
                  <a:schemeClr val="accent4"/>
                </a:solidFill>
                <a:latin typeface="Jost"/>
                <a:ea typeface="Jost"/>
                <a:cs typeface="Jost"/>
                <a:sym typeface="Jost"/>
              </a:defRPr>
            </a:lvl5pPr>
            <a:lvl6pPr lvl="5" algn="l">
              <a:lnSpc>
                <a:spcPct val="100000"/>
              </a:lnSpc>
              <a:spcBef>
                <a:spcPts val="0"/>
              </a:spcBef>
              <a:spcAft>
                <a:spcPts val="0"/>
              </a:spcAft>
              <a:buSzPts val="1200"/>
              <a:buNone/>
              <a:defRPr sz="1200">
                <a:solidFill>
                  <a:schemeClr val="accent4"/>
                </a:solidFill>
                <a:latin typeface="Jost"/>
                <a:ea typeface="Jost"/>
                <a:cs typeface="Jost"/>
                <a:sym typeface="Jost"/>
              </a:defRPr>
            </a:lvl6pPr>
            <a:lvl7pPr lvl="6" algn="l">
              <a:lnSpc>
                <a:spcPct val="100000"/>
              </a:lnSpc>
              <a:spcBef>
                <a:spcPts val="0"/>
              </a:spcBef>
              <a:spcAft>
                <a:spcPts val="0"/>
              </a:spcAft>
              <a:buSzPts val="1200"/>
              <a:buNone/>
              <a:defRPr sz="1200">
                <a:solidFill>
                  <a:schemeClr val="accent4"/>
                </a:solidFill>
                <a:latin typeface="Jost"/>
                <a:ea typeface="Jost"/>
                <a:cs typeface="Jost"/>
                <a:sym typeface="Jost"/>
              </a:defRPr>
            </a:lvl7pPr>
            <a:lvl8pPr lvl="7" algn="l">
              <a:lnSpc>
                <a:spcPct val="100000"/>
              </a:lnSpc>
              <a:spcBef>
                <a:spcPts val="0"/>
              </a:spcBef>
              <a:spcAft>
                <a:spcPts val="0"/>
              </a:spcAft>
              <a:buSzPts val="1200"/>
              <a:buNone/>
              <a:defRPr sz="1200">
                <a:solidFill>
                  <a:schemeClr val="accent4"/>
                </a:solidFill>
                <a:latin typeface="Jost"/>
                <a:ea typeface="Jost"/>
                <a:cs typeface="Jost"/>
                <a:sym typeface="Jost"/>
              </a:defRPr>
            </a:lvl8pPr>
            <a:lvl9pPr lvl="8" algn="l">
              <a:lnSpc>
                <a:spcPct val="100000"/>
              </a:lnSpc>
              <a:spcBef>
                <a:spcPts val="0"/>
              </a:spcBef>
              <a:spcAft>
                <a:spcPts val="0"/>
              </a:spcAft>
              <a:buSzPts val="1200"/>
              <a:buNone/>
              <a:defRPr sz="1200">
                <a:solidFill>
                  <a:schemeClr val="accent4"/>
                </a:solidFill>
                <a:latin typeface="Jost"/>
                <a:ea typeface="Jost"/>
                <a:cs typeface="Jost"/>
                <a:sym typeface="Jost"/>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ards">
  <p:cSld name="CUSTOM_8_1_1_1_1_1_1_1_1_1_1_1_1_1_1_1_1_1_1_1_1_1_1_1_1">
    <p:spTree>
      <p:nvGrpSpPr>
        <p:cNvPr id="168" name="Shape 168"/>
        <p:cNvGrpSpPr/>
        <p:nvPr/>
      </p:nvGrpSpPr>
      <p:grpSpPr>
        <a:xfrm>
          <a:off x="0" y="0"/>
          <a:ext cx="0" cy="0"/>
          <a:chOff x="0" y="0"/>
          <a:chExt cx="0" cy="0"/>
        </a:xfrm>
      </p:grpSpPr>
      <p:sp>
        <p:nvSpPr>
          <p:cNvPr id="169" name="Google Shape;169;p43"/>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70" name="Google Shape;170;p43"/>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71" name="Google Shape;171;p43"/>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172" name="Google Shape;172;p43"/>
          <p:cNvSpPr txBox="1"/>
          <p:nvPr>
            <p:ph idx="1" type="body"/>
          </p:nvPr>
        </p:nvSpPr>
        <p:spPr>
          <a:xfrm>
            <a:off x="228600" y="882000"/>
            <a:ext cx="2514300" cy="6438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73" name="Google Shape;173;p43"/>
          <p:cNvSpPr txBox="1"/>
          <p:nvPr>
            <p:ph idx="4" type="subTitle"/>
          </p:nvPr>
        </p:nvSpPr>
        <p:spPr>
          <a:xfrm>
            <a:off x="343325" y="2026000"/>
            <a:ext cx="23622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
        <p:nvSpPr>
          <p:cNvPr id="174" name="Google Shape;174;p43"/>
          <p:cNvSpPr txBox="1"/>
          <p:nvPr>
            <p:ph idx="5" type="subTitle"/>
          </p:nvPr>
        </p:nvSpPr>
        <p:spPr>
          <a:xfrm>
            <a:off x="4733675" y="2026000"/>
            <a:ext cx="23622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CUSTOM_8_1_1_1_1_1_1_1_1_1_1_1_1_1_1_1_1_1_1_1_1_1_1_1_1_1">
    <p:spTree>
      <p:nvGrpSpPr>
        <p:cNvPr id="175" name="Shape 175"/>
        <p:cNvGrpSpPr/>
        <p:nvPr/>
      </p:nvGrpSpPr>
      <p:grpSpPr>
        <a:xfrm>
          <a:off x="0" y="0"/>
          <a:ext cx="0" cy="0"/>
          <a:chOff x="0" y="0"/>
          <a:chExt cx="0" cy="0"/>
        </a:xfrm>
      </p:grpSpPr>
      <p:sp>
        <p:nvSpPr>
          <p:cNvPr id="176" name="Google Shape;176;p44"/>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77" name="Google Shape;177;p44"/>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78" name="Google Shape;178;p44"/>
          <p:cNvSpPr txBox="1"/>
          <p:nvPr>
            <p:ph idx="1" type="body"/>
          </p:nvPr>
        </p:nvSpPr>
        <p:spPr>
          <a:xfrm>
            <a:off x="4637600" y="4326275"/>
            <a:ext cx="3934800" cy="449100"/>
          </a:xfrm>
          <a:prstGeom prst="rect">
            <a:avLst/>
          </a:prstGeom>
          <a:noFill/>
          <a:ln>
            <a:noFill/>
          </a:ln>
        </p:spPr>
        <p:txBody>
          <a:bodyPr anchorCtr="0" anchor="ctr"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79" name="Google Shape;179;p44"/>
          <p:cNvSpPr txBox="1"/>
          <p:nvPr>
            <p:ph idx="3" type="subTitle"/>
          </p:nvPr>
        </p:nvSpPr>
        <p:spPr>
          <a:xfrm>
            <a:off x="1603898" y="4342896"/>
            <a:ext cx="2372700" cy="415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80" name="Google Shape;180;p44"/>
          <p:cNvSpPr txBox="1"/>
          <p:nvPr>
            <p:ph idx="4" type="subTitle"/>
          </p:nvPr>
        </p:nvSpPr>
        <p:spPr>
          <a:xfrm>
            <a:off x="330825" y="4189325"/>
            <a:ext cx="923400" cy="72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4800">
                <a:solidFill>
                  <a:schemeClr val="lt2"/>
                </a:solidFill>
              </a:defRPr>
            </a:lvl1pPr>
            <a:lvl2pPr lvl="1" algn="l">
              <a:lnSpc>
                <a:spcPct val="100000"/>
              </a:lnSpc>
              <a:spcBef>
                <a:spcPts val="0"/>
              </a:spcBef>
              <a:spcAft>
                <a:spcPts val="0"/>
              </a:spcAft>
              <a:buSzPts val="1200"/>
              <a:buNone/>
              <a:defRPr sz="4800">
                <a:solidFill>
                  <a:schemeClr val="lt2"/>
                </a:solidFill>
              </a:defRPr>
            </a:lvl2pPr>
            <a:lvl3pPr lvl="2" algn="l">
              <a:lnSpc>
                <a:spcPct val="100000"/>
              </a:lnSpc>
              <a:spcBef>
                <a:spcPts val="0"/>
              </a:spcBef>
              <a:spcAft>
                <a:spcPts val="0"/>
              </a:spcAft>
              <a:buSzPts val="1200"/>
              <a:buNone/>
              <a:defRPr sz="4800">
                <a:solidFill>
                  <a:schemeClr val="lt2"/>
                </a:solidFill>
              </a:defRPr>
            </a:lvl3pPr>
            <a:lvl4pPr lvl="3" algn="l">
              <a:lnSpc>
                <a:spcPct val="100000"/>
              </a:lnSpc>
              <a:spcBef>
                <a:spcPts val="0"/>
              </a:spcBef>
              <a:spcAft>
                <a:spcPts val="0"/>
              </a:spcAft>
              <a:buSzPts val="1200"/>
              <a:buNone/>
              <a:defRPr sz="4800">
                <a:solidFill>
                  <a:schemeClr val="lt2"/>
                </a:solidFill>
              </a:defRPr>
            </a:lvl4pPr>
            <a:lvl5pPr lvl="4" algn="l">
              <a:lnSpc>
                <a:spcPct val="100000"/>
              </a:lnSpc>
              <a:spcBef>
                <a:spcPts val="0"/>
              </a:spcBef>
              <a:spcAft>
                <a:spcPts val="0"/>
              </a:spcAft>
              <a:buSzPts val="1200"/>
              <a:buNone/>
              <a:defRPr sz="4800">
                <a:solidFill>
                  <a:schemeClr val="lt2"/>
                </a:solidFill>
              </a:defRPr>
            </a:lvl5pPr>
            <a:lvl6pPr lvl="5" algn="l">
              <a:lnSpc>
                <a:spcPct val="100000"/>
              </a:lnSpc>
              <a:spcBef>
                <a:spcPts val="0"/>
              </a:spcBef>
              <a:spcAft>
                <a:spcPts val="0"/>
              </a:spcAft>
              <a:buSzPts val="1200"/>
              <a:buNone/>
              <a:defRPr sz="4800">
                <a:solidFill>
                  <a:schemeClr val="lt2"/>
                </a:solidFill>
              </a:defRPr>
            </a:lvl6pPr>
            <a:lvl7pPr lvl="6" algn="l">
              <a:lnSpc>
                <a:spcPct val="100000"/>
              </a:lnSpc>
              <a:spcBef>
                <a:spcPts val="0"/>
              </a:spcBef>
              <a:spcAft>
                <a:spcPts val="0"/>
              </a:spcAft>
              <a:buSzPts val="1200"/>
              <a:buNone/>
              <a:defRPr sz="4800">
                <a:solidFill>
                  <a:schemeClr val="lt2"/>
                </a:solidFill>
              </a:defRPr>
            </a:lvl7pPr>
            <a:lvl8pPr lvl="7" algn="l">
              <a:lnSpc>
                <a:spcPct val="100000"/>
              </a:lnSpc>
              <a:spcBef>
                <a:spcPts val="0"/>
              </a:spcBef>
              <a:spcAft>
                <a:spcPts val="0"/>
              </a:spcAft>
              <a:buSzPts val="1200"/>
              <a:buNone/>
              <a:defRPr sz="4800">
                <a:solidFill>
                  <a:schemeClr val="lt2"/>
                </a:solidFill>
              </a:defRPr>
            </a:lvl8pPr>
            <a:lvl9pPr lvl="8" algn="l">
              <a:lnSpc>
                <a:spcPct val="100000"/>
              </a:lnSpc>
              <a:spcBef>
                <a:spcPts val="0"/>
              </a:spcBef>
              <a:spcAft>
                <a:spcPts val="0"/>
              </a:spcAft>
              <a:buSzPts val="1200"/>
              <a:buNone/>
              <a:defRPr sz="4800">
                <a:solidFill>
                  <a:schemeClr val="lt2"/>
                </a:solidFill>
              </a:defRPr>
            </a:lvl9pPr>
          </a:lstStyle>
          <a:p/>
        </p:txBody>
      </p:sp>
      <p:sp>
        <p:nvSpPr>
          <p:cNvPr id="181" name="Google Shape;181;p44"/>
          <p:cNvSpPr txBox="1"/>
          <p:nvPr>
            <p:ph idx="5" type="body"/>
          </p:nvPr>
        </p:nvSpPr>
        <p:spPr>
          <a:xfrm>
            <a:off x="4637600" y="3322645"/>
            <a:ext cx="3934800" cy="449100"/>
          </a:xfrm>
          <a:prstGeom prst="rect">
            <a:avLst/>
          </a:prstGeom>
          <a:noFill/>
          <a:ln>
            <a:noFill/>
          </a:ln>
        </p:spPr>
        <p:txBody>
          <a:bodyPr anchorCtr="0" anchor="ctr"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82" name="Google Shape;182;p44"/>
          <p:cNvSpPr txBox="1"/>
          <p:nvPr>
            <p:ph idx="6" type="subTitle"/>
          </p:nvPr>
        </p:nvSpPr>
        <p:spPr>
          <a:xfrm>
            <a:off x="1603898" y="3339267"/>
            <a:ext cx="2372700" cy="415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83" name="Google Shape;183;p44"/>
          <p:cNvSpPr txBox="1"/>
          <p:nvPr>
            <p:ph idx="7" type="subTitle"/>
          </p:nvPr>
        </p:nvSpPr>
        <p:spPr>
          <a:xfrm>
            <a:off x="330825" y="3185695"/>
            <a:ext cx="923400" cy="72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4800">
                <a:solidFill>
                  <a:schemeClr val="lt2"/>
                </a:solidFill>
              </a:defRPr>
            </a:lvl1pPr>
            <a:lvl2pPr lvl="1" algn="l">
              <a:lnSpc>
                <a:spcPct val="100000"/>
              </a:lnSpc>
              <a:spcBef>
                <a:spcPts val="0"/>
              </a:spcBef>
              <a:spcAft>
                <a:spcPts val="0"/>
              </a:spcAft>
              <a:buSzPts val="1200"/>
              <a:buNone/>
              <a:defRPr sz="4800">
                <a:solidFill>
                  <a:schemeClr val="lt2"/>
                </a:solidFill>
              </a:defRPr>
            </a:lvl2pPr>
            <a:lvl3pPr lvl="2" algn="l">
              <a:lnSpc>
                <a:spcPct val="100000"/>
              </a:lnSpc>
              <a:spcBef>
                <a:spcPts val="0"/>
              </a:spcBef>
              <a:spcAft>
                <a:spcPts val="0"/>
              </a:spcAft>
              <a:buSzPts val="1200"/>
              <a:buNone/>
              <a:defRPr sz="4800">
                <a:solidFill>
                  <a:schemeClr val="lt2"/>
                </a:solidFill>
              </a:defRPr>
            </a:lvl3pPr>
            <a:lvl4pPr lvl="3" algn="l">
              <a:lnSpc>
                <a:spcPct val="100000"/>
              </a:lnSpc>
              <a:spcBef>
                <a:spcPts val="0"/>
              </a:spcBef>
              <a:spcAft>
                <a:spcPts val="0"/>
              </a:spcAft>
              <a:buSzPts val="1200"/>
              <a:buNone/>
              <a:defRPr sz="4800">
                <a:solidFill>
                  <a:schemeClr val="lt2"/>
                </a:solidFill>
              </a:defRPr>
            </a:lvl4pPr>
            <a:lvl5pPr lvl="4" algn="l">
              <a:lnSpc>
                <a:spcPct val="100000"/>
              </a:lnSpc>
              <a:spcBef>
                <a:spcPts val="0"/>
              </a:spcBef>
              <a:spcAft>
                <a:spcPts val="0"/>
              </a:spcAft>
              <a:buSzPts val="1200"/>
              <a:buNone/>
              <a:defRPr sz="4800">
                <a:solidFill>
                  <a:schemeClr val="lt2"/>
                </a:solidFill>
              </a:defRPr>
            </a:lvl5pPr>
            <a:lvl6pPr lvl="5" algn="l">
              <a:lnSpc>
                <a:spcPct val="100000"/>
              </a:lnSpc>
              <a:spcBef>
                <a:spcPts val="0"/>
              </a:spcBef>
              <a:spcAft>
                <a:spcPts val="0"/>
              </a:spcAft>
              <a:buSzPts val="1200"/>
              <a:buNone/>
              <a:defRPr sz="4800">
                <a:solidFill>
                  <a:schemeClr val="lt2"/>
                </a:solidFill>
              </a:defRPr>
            </a:lvl6pPr>
            <a:lvl7pPr lvl="6" algn="l">
              <a:lnSpc>
                <a:spcPct val="100000"/>
              </a:lnSpc>
              <a:spcBef>
                <a:spcPts val="0"/>
              </a:spcBef>
              <a:spcAft>
                <a:spcPts val="0"/>
              </a:spcAft>
              <a:buSzPts val="1200"/>
              <a:buNone/>
              <a:defRPr sz="4800">
                <a:solidFill>
                  <a:schemeClr val="lt2"/>
                </a:solidFill>
              </a:defRPr>
            </a:lvl7pPr>
            <a:lvl8pPr lvl="7" algn="l">
              <a:lnSpc>
                <a:spcPct val="100000"/>
              </a:lnSpc>
              <a:spcBef>
                <a:spcPts val="0"/>
              </a:spcBef>
              <a:spcAft>
                <a:spcPts val="0"/>
              </a:spcAft>
              <a:buSzPts val="1200"/>
              <a:buNone/>
              <a:defRPr sz="4800">
                <a:solidFill>
                  <a:schemeClr val="lt2"/>
                </a:solidFill>
              </a:defRPr>
            </a:lvl8pPr>
            <a:lvl9pPr lvl="8" algn="l">
              <a:lnSpc>
                <a:spcPct val="100000"/>
              </a:lnSpc>
              <a:spcBef>
                <a:spcPts val="0"/>
              </a:spcBef>
              <a:spcAft>
                <a:spcPts val="0"/>
              </a:spcAft>
              <a:buSzPts val="1200"/>
              <a:buNone/>
              <a:defRPr sz="4800">
                <a:solidFill>
                  <a:schemeClr val="lt2"/>
                </a:solidFill>
              </a:defRPr>
            </a:lvl9pPr>
          </a:lstStyle>
          <a:p/>
        </p:txBody>
      </p:sp>
      <p:sp>
        <p:nvSpPr>
          <p:cNvPr id="184" name="Google Shape;184;p44"/>
          <p:cNvSpPr txBox="1"/>
          <p:nvPr>
            <p:ph idx="8" type="body"/>
          </p:nvPr>
        </p:nvSpPr>
        <p:spPr>
          <a:xfrm>
            <a:off x="4637600" y="2341985"/>
            <a:ext cx="3934800" cy="449100"/>
          </a:xfrm>
          <a:prstGeom prst="rect">
            <a:avLst/>
          </a:prstGeom>
          <a:noFill/>
          <a:ln>
            <a:noFill/>
          </a:ln>
        </p:spPr>
        <p:txBody>
          <a:bodyPr anchorCtr="0" anchor="ctr"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85" name="Google Shape;185;p44"/>
          <p:cNvSpPr txBox="1"/>
          <p:nvPr>
            <p:ph idx="9" type="subTitle"/>
          </p:nvPr>
        </p:nvSpPr>
        <p:spPr>
          <a:xfrm>
            <a:off x="1603898" y="2358608"/>
            <a:ext cx="2372700" cy="415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86" name="Google Shape;186;p44"/>
          <p:cNvSpPr txBox="1"/>
          <p:nvPr>
            <p:ph idx="13" type="subTitle"/>
          </p:nvPr>
        </p:nvSpPr>
        <p:spPr>
          <a:xfrm>
            <a:off x="330825" y="2205037"/>
            <a:ext cx="923400" cy="72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4800">
                <a:solidFill>
                  <a:schemeClr val="lt2"/>
                </a:solidFill>
              </a:defRPr>
            </a:lvl1pPr>
            <a:lvl2pPr lvl="1" algn="l">
              <a:lnSpc>
                <a:spcPct val="100000"/>
              </a:lnSpc>
              <a:spcBef>
                <a:spcPts val="0"/>
              </a:spcBef>
              <a:spcAft>
                <a:spcPts val="0"/>
              </a:spcAft>
              <a:buSzPts val="1200"/>
              <a:buNone/>
              <a:defRPr sz="4800">
                <a:solidFill>
                  <a:schemeClr val="lt2"/>
                </a:solidFill>
              </a:defRPr>
            </a:lvl2pPr>
            <a:lvl3pPr lvl="2" algn="l">
              <a:lnSpc>
                <a:spcPct val="100000"/>
              </a:lnSpc>
              <a:spcBef>
                <a:spcPts val="0"/>
              </a:spcBef>
              <a:spcAft>
                <a:spcPts val="0"/>
              </a:spcAft>
              <a:buSzPts val="1200"/>
              <a:buNone/>
              <a:defRPr sz="4800">
                <a:solidFill>
                  <a:schemeClr val="lt2"/>
                </a:solidFill>
              </a:defRPr>
            </a:lvl3pPr>
            <a:lvl4pPr lvl="3" algn="l">
              <a:lnSpc>
                <a:spcPct val="100000"/>
              </a:lnSpc>
              <a:spcBef>
                <a:spcPts val="0"/>
              </a:spcBef>
              <a:spcAft>
                <a:spcPts val="0"/>
              </a:spcAft>
              <a:buSzPts val="1200"/>
              <a:buNone/>
              <a:defRPr sz="4800">
                <a:solidFill>
                  <a:schemeClr val="lt2"/>
                </a:solidFill>
              </a:defRPr>
            </a:lvl4pPr>
            <a:lvl5pPr lvl="4" algn="l">
              <a:lnSpc>
                <a:spcPct val="100000"/>
              </a:lnSpc>
              <a:spcBef>
                <a:spcPts val="0"/>
              </a:spcBef>
              <a:spcAft>
                <a:spcPts val="0"/>
              </a:spcAft>
              <a:buSzPts val="1200"/>
              <a:buNone/>
              <a:defRPr sz="4800">
                <a:solidFill>
                  <a:schemeClr val="lt2"/>
                </a:solidFill>
              </a:defRPr>
            </a:lvl5pPr>
            <a:lvl6pPr lvl="5" algn="l">
              <a:lnSpc>
                <a:spcPct val="100000"/>
              </a:lnSpc>
              <a:spcBef>
                <a:spcPts val="0"/>
              </a:spcBef>
              <a:spcAft>
                <a:spcPts val="0"/>
              </a:spcAft>
              <a:buSzPts val="1200"/>
              <a:buNone/>
              <a:defRPr sz="4800">
                <a:solidFill>
                  <a:schemeClr val="lt2"/>
                </a:solidFill>
              </a:defRPr>
            </a:lvl6pPr>
            <a:lvl7pPr lvl="6" algn="l">
              <a:lnSpc>
                <a:spcPct val="100000"/>
              </a:lnSpc>
              <a:spcBef>
                <a:spcPts val="0"/>
              </a:spcBef>
              <a:spcAft>
                <a:spcPts val="0"/>
              </a:spcAft>
              <a:buSzPts val="1200"/>
              <a:buNone/>
              <a:defRPr sz="4800">
                <a:solidFill>
                  <a:schemeClr val="lt2"/>
                </a:solidFill>
              </a:defRPr>
            </a:lvl7pPr>
            <a:lvl8pPr lvl="7" algn="l">
              <a:lnSpc>
                <a:spcPct val="100000"/>
              </a:lnSpc>
              <a:spcBef>
                <a:spcPts val="0"/>
              </a:spcBef>
              <a:spcAft>
                <a:spcPts val="0"/>
              </a:spcAft>
              <a:buSzPts val="1200"/>
              <a:buNone/>
              <a:defRPr sz="4800">
                <a:solidFill>
                  <a:schemeClr val="lt2"/>
                </a:solidFill>
              </a:defRPr>
            </a:lvl8pPr>
            <a:lvl9pPr lvl="8" algn="l">
              <a:lnSpc>
                <a:spcPct val="100000"/>
              </a:lnSpc>
              <a:spcBef>
                <a:spcPts val="0"/>
              </a:spcBef>
              <a:spcAft>
                <a:spcPts val="0"/>
              </a:spcAft>
              <a:buSzPts val="1200"/>
              <a:buNone/>
              <a:defRPr sz="4800">
                <a:solidFill>
                  <a:schemeClr val="lt2"/>
                </a:solidFill>
              </a:defRPr>
            </a:lvl9pPr>
          </a:lstStyle>
          <a:p/>
        </p:txBody>
      </p:sp>
      <p:sp>
        <p:nvSpPr>
          <p:cNvPr id="187" name="Google Shape;187;p44"/>
          <p:cNvSpPr txBox="1"/>
          <p:nvPr>
            <p:ph idx="14" type="body"/>
          </p:nvPr>
        </p:nvSpPr>
        <p:spPr>
          <a:xfrm>
            <a:off x="4637600" y="1361325"/>
            <a:ext cx="3934800" cy="449100"/>
          </a:xfrm>
          <a:prstGeom prst="rect">
            <a:avLst/>
          </a:prstGeom>
          <a:noFill/>
          <a:ln>
            <a:noFill/>
          </a:ln>
        </p:spPr>
        <p:txBody>
          <a:bodyPr anchorCtr="0" anchor="ctr"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88" name="Google Shape;188;p44"/>
          <p:cNvSpPr txBox="1"/>
          <p:nvPr>
            <p:ph idx="15" type="subTitle"/>
          </p:nvPr>
        </p:nvSpPr>
        <p:spPr>
          <a:xfrm>
            <a:off x="1603898" y="1377949"/>
            <a:ext cx="2372700" cy="415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lvl1pPr>
            <a:lvl2pPr lvl="1" algn="l">
              <a:lnSpc>
                <a:spcPct val="100000"/>
              </a:lnSpc>
              <a:spcBef>
                <a:spcPts val="0"/>
              </a:spcBef>
              <a:spcAft>
                <a:spcPts val="0"/>
              </a:spcAft>
              <a:buSzPts val="1200"/>
              <a:buNone/>
              <a:defRPr sz="1200"/>
            </a:lvl2pPr>
            <a:lvl3pPr lvl="2" algn="l">
              <a:lnSpc>
                <a:spcPct val="100000"/>
              </a:lnSpc>
              <a:spcBef>
                <a:spcPts val="0"/>
              </a:spcBef>
              <a:spcAft>
                <a:spcPts val="0"/>
              </a:spcAft>
              <a:buSzPts val="1200"/>
              <a:buNone/>
              <a:defRPr sz="1200"/>
            </a:lvl3pPr>
            <a:lvl4pPr lvl="3" algn="l">
              <a:lnSpc>
                <a:spcPct val="100000"/>
              </a:lnSpc>
              <a:spcBef>
                <a:spcPts val="0"/>
              </a:spcBef>
              <a:spcAft>
                <a:spcPts val="0"/>
              </a:spcAft>
              <a:buSzPts val="1200"/>
              <a:buNone/>
              <a:defRPr sz="1200"/>
            </a:lvl4pPr>
            <a:lvl5pPr lvl="4" algn="l">
              <a:lnSpc>
                <a:spcPct val="100000"/>
              </a:lnSpc>
              <a:spcBef>
                <a:spcPts val="0"/>
              </a:spcBef>
              <a:spcAft>
                <a:spcPts val="0"/>
              </a:spcAft>
              <a:buSzPts val="1200"/>
              <a:buNone/>
              <a:defRPr sz="1200"/>
            </a:lvl5pPr>
            <a:lvl6pPr lvl="5" algn="l">
              <a:lnSpc>
                <a:spcPct val="100000"/>
              </a:lnSpc>
              <a:spcBef>
                <a:spcPts val="0"/>
              </a:spcBef>
              <a:spcAft>
                <a:spcPts val="0"/>
              </a:spcAft>
              <a:buSzPts val="1200"/>
              <a:buNone/>
              <a:defRPr sz="1200"/>
            </a:lvl6pPr>
            <a:lvl7pPr lvl="6" algn="l">
              <a:lnSpc>
                <a:spcPct val="100000"/>
              </a:lnSpc>
              <a:spcBef>
                <a:spcPts val="0"/>
              </a:spcBef>
              <a:spcAft>
                <a:spcPts val="0"/>
              </a:spcAft>
              <a:buSzPts val="1200"/>
              <a:buNone/>
              <a:defRPr sz="1200"/>
            </a:lvl7pPr>
            <a:lvl8pPr lvl="7" algn="l">
              <a:lnSpc>
                <a:spcPct val="100000"/>
              </a:lnSpc>
              <a:spcBef>
                <a:spcPts val="0"/>
              </a:spcBef>
              <a:spcAft>
                <a:spcPts val="0"/>
              </a:spcAft>
              <a:buSzPts val="1200"/>
              <a:buNone/>
              <a:defRPr sz="1200"/>
            </a:lvl8pPr>
            <a:lvl9pPr lvl="8" algn="l">
              <a:lnSpc>
                <a:spcPct val="100000"/>
              </a:lnSpc>
              <a:spcBef>
                <a:spcPts val="0"/>
              </a:spcBef>
              <a:spcAft>
                <a:spcPts val="0"/>
              </a:spcAft>
              <a:buSzPts val="1200"/>
              <a:buNone/>
              <a:defRPr sz="1200"/>
            </a:lvl9pPr>
          </a:lstStyle>
          <a:p/>
        </p:txBody>
      </p:sp>
      <p:sp>
        <p:nvSpPr>
          <p:cNvPr id="189" name="Google Shape;189;p44"/>
          <p:cNvSpPr txBox="1"/>
          <p:nvPr>
            <p:ph idx="16" type="subTitle"/>
          </p:nvPr>
        </p:nvSpPr>
        <p:spPr>
          <a:xfrm>
            <a:off x="330825" y="1224378"/>
            <a:ext cx="923400" cy="723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4800">
                <a:solidFill>
                  <a:schemeClr val="lt2"/>
                </a:solidFill>
              </a:defRPr>
            </a:lvl1pPr>
            <a:lvl2pPr lvl="1" algn="l">
              <a:lnSpc>
                <a:spcPct val="100000"/>
              </a:lnSpc>
              <a:spcBef>
                <a:spcPts val="0"/>
              </a:spcBef>
              <a:spcAft>
                <a:spcPts val="0"/>
              </a:spcAft>
              <a:buSzPts val="1200"/>
              <a:buNone/>
              <a:defRPr sz="4800">
                <a:solidFill>
                  <a:schemeClr val="lt2"/>
                </a:solidFill>
              </a:defRPr>
            </a:lvl2pPr>
            <a:lvl3pPr lvl="2" algn="l">
              <a:lnSpc>
                <a:spcPct val="100000"/>
              </a:lnSpc>
              <a:spcBef>
                <a:spcPts val="0"/>
              </a:spcBef>
              <a:spcAft>
                <a:spcPts val="0"/>
              </a:spcAft>
              <a:buSzPts val="1200"/>
              <a:buNone/>
              <a:defRPr sz="4800">
                <a:solidFill>
                  <a:schemeClr val="lt2"/>
                </a:solidFill>
              </a:defRPr>
            </a:lvl3pPr>
            <a:lvl4pPr lvl="3" algn="l">
              <a:lnSpc>
                <a:spcPct val="100000"/>
              </a:lnSpc>
              <a:spcBef>
                <a:spcPts val="0"/>
              </a:spcBef>
              <a:spcAft>
                <a:spcPts val="0"/>
              </a:spcAft>
              <a:buSzPts val="1200"/>
              <a:buNone/>
              <a:defRPr sz="4800">
                <a:solidFill>
                  <a:schemeClr val="lt2"/>
                </a:solidFill>
              </a:defRPr>
            </a:lvl4pPr>
            <a:lvl5pPr lvl="4" algn="l">
              <a:lnSpc>
                <a:spcPct val="100000"/>
              </a:lnSpc>
              <a:spcBef>
                <a:spcPts val="0"/>
              </a:spcBef>
              <a:spcAft>
                <a:spcPts val="0"/>
              </a:spcAft>
              <a:buSzPts val="1200"/>
              <a:buNone/>
              <a:defRPr sz="4800">
                <a:solidFill>
                  <a:schemeClr val="lt2"/>
                </a:solidFill>
              </a:defRPr>
            </a:lvl5pPr>
            <a:lvl6pPr lvl="5" algn="l">
              <a:lnSpc>
                <a:spcPct val="100000"/>
              </a:lnSpc>
              <a:spcBef>
                <a:spcPts val="0"/>
              </a:spcBef>
              <a:spcAft>
                <a:spcPts val="0"/>
              </a:spcAft>
              <a:buSzPts val="1200"/>
              <a:buNone/>
              <a:defRPr sz="4800">
                <a:solidFill>
                  <a:schemeClr val="lt2"/>
                </a:solidFill>
              </a:defRPr>
            </a:lvl6pPr>
            <a:lvl7pPr lvl="6" algn="l">
              <a:lnSpc>
                <a:spcPct val="100000"/>
              </a:lnSpc>
              <a:spcBef>
                <a:spcPts val="0"/>
              </a:spcBef>
              <a:spcAft>
                <a:spcPts val="0"/>
              </a:spcAft>
              <a:buSzPts val="1200"/>
              <a:buNone/>
              <a:defRPr sz="4800">
                <a:solidFill>
                  <a:schemeClr val="lt2"/>
                </a:solidFill>
              </a:defRPr>
            </a:lvl7pPr>
            <a:lvl8pPr lvl="7" algn="l">
              <a:lnSpc>
                <a:spcPct val="100000"/>
              </a:lnSpc>
              <a:spcBef>
                <a:spcPts val="0"/>
              </a:spcBef>
              <a:spcAft>
                <a:spcPts val="0"/>
              </a:spcAft>
              <a:buSzPts val="1200"/>
              <a:buNone/>
              <a:defRPr sz="4800">
                <a:solidFill>
                  <a:schemeClr val="lt2"/>
                </a:solidFill>
              </a:defRPr>
            </a:lvl8pPr>
            <a:lvl9pPr lvl="8" algn="l">
              <a:lnSpc>
                <a:spcPct val="100000"/>
              </a:lnSpc>
              <a:spcBef>
                <a:spcPts val="0"/>
              </a:spcBef>
              <a:spcAft>
                <a:spcPts val="0"/>
              </a:spcAft>
              <a:buSzPts val="1200"/>
              <a:buNone/>
              <a:defRPr sz="4800">
                <a:solidFill>
                  <a:schemeClr val="lt2"/>
                </a:solidFill>
              </a:defRPr>
            </a:lvl9pPr>
          </a:lstStyle>
          <a:p/>
        </p:txBody>
      </p:sp>
      <p:sp>
        <p:nvSpPr>
          <p:cNvPr id="190" name="Google Shape;190;p44"/>
          <p:cNvSpPr txBox="1"/>
          <p:nvPr>
            <p:ph idx="17"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ards">
  <p:cSld name="CUSTOM_8_1_1_1_1_1_1_1_1_1_1_1_1_1_1_1_1_1_1_1_1_1_1_1_1_1_1">
    <p:spTree>
      <p:nvGrpSpPr>
        <p:cNvPr id="191" name="Shape 191"/>
        <p:cNvGrpSpPr/>
        <p:nvPr/>
      </p:nvGrpSpPr>
      <p:grpSpPr>
        <a:xfrm>
          <a:off x="0" y="0"/>
          <a:ext cx="0" cy="0"/>
          <a:chOff x="0" y="0"/>
          <a:chExt cx="0" cy="0"/>
        </a:xfrm>
      </p:grpSpPr>
      <p:sp>
        <p:nvSpPr>
          <p:cNvPr id="192" name="Google Shape;192;p45"/>
          <p:cNvSpPr txBox="1"/>
          <p:nvPr>
            <p:ph idx="1" type="body"/>
          </p:nvPr>
        </p:nvSpPr>
        <p:spPr>
          <a:xfrm>
            <a:off x="3316788" y="1516150"/>
            <a:ext cx="2513100" cy="7140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93" name="Google Shape;193;p45"/>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94" name="Google Shape;194;p45"/>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195" name="Google Shape;195;p45"/>
          <p:cNvSpPr txBox="1"/>
          <p:nvPr>
            <p:ph idx="3" type="subTitle"/>
          </p:nvPr>
        </p:nvSpPr>
        <p:spPr>
          <a:xfrm>
            <a:off x="355609" y="549950"/>
            <a:ext cx="2433900" cy="431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sz="1600"/>
            </a:lvl1pPr>
            <a:lvl2pPr lvl="1" algn="l">
              <a:lnSpc>
                <a:spcPct val="95000"/>
              </a:lnSpc>
              <a:spcBef>
                <a:spcPts val="0"/>
              </a:spcBef>
              <a:spcAft>
                <a:spcPts val="0"/>
              </a:spcAft>
              <a:buSzPts val="1200"/>
              <a:buNone/>
              <a:defRPr sz="1600"/>
            </a:lvl2pPr>
            <a:lvl3pPr lvl="2" algn="l">
              <a:lnSpc>
                <a:spcPct val="95000"/>
              </a:lnSpc>
              <a:spcBef>
                <a:spcPts val="0"/>
              </a:spcBef>
              <a:spcAft>
                <a:spcPts val="0"/>
              </a:spcAft>
              <a:buSzPts val="1200"/>
              <a:buNone/>
              <a:defRPr sz="1600"/>
            </a:lvl3pPr>
            <a:lvl4pPr lvl="3" algn="l">
              <a:lnSpc>
                <a:spcPct val="95000"/>
              </a:lnSpc>
              <a:spcBef>
                <a:spcPts val="0"/>
              </a:spcBef>
              <a:spcAft>
                <a:spcPts val="0"/>
              </a:spcAft>
              <a:buSzPts val="1200"/>
              <a:buNone/>
              <a:defRPr sz="1600"/>
            </a:lvl4pPr>
            <a:lvl5pPr lvl="4" algn="l">
              <a:lnSpc>
                <a:spcPct val="95000"/>
              </a:lnSpc>
              <a:spcBef>
                <a:spcPts val="0"/>
              </a:spcBef>
              <a:spcAft>
                <a:spcPts val="0"/>
              </a:spcAft>
              <a:buSzPts val="1200"/>
              <a:buNone/>
              <a:defRPr sz="1600"/>
            </a:lvl5pPr>
            <a:lvl6pPr lvl="5" algn="l">
              <a:lnSpc>
                <a:spcPct val="95000"/>
              </a:lnSpc>
              <a:spcBef>
                <a:spcPts val="0"/>
              </a:spcBef>
              <a:spcAft>
                <a:spcPts val="0"/>
              </a:spcAft>
              <a:buSzPts val="1200"/>
              <a:buNone/>
              <a:defRPr sz="1600"/>
            </a:lvl6pPr>
            <a:lvl7pPr lvl="6" algn="l">
              <a:lnSpc>
                <a:spcPct val="95000"/>
              </a:lnSpc>
              <a:spcBef>
                <a:spcPts val="0"/>
              </a:spcBef>
              <a:spcAft>
                <a:spcPts val="0"/>
              </a:spcAft>
              <a:buSzPts val="1200"/>
              <a:buNone/>
              <a:defRPr sz="1600"/>
            </a:lvl7pPr>
            <a:lvl8pPr lvl="7" algn="l">
              <a:lnSpc>
                <a:spcPct val="95000"/>
              </a:lnSpc>
              <a:spcBef>
                <a:spcPts val="0"/>
              </a:spcBef>
              <a:spcAft>
                <a:spcPts val="0"/>
              </a:spcAft>
              <a:buSzPts val="1200"/>
              <a:buNone/>
              <a:defRPr sz="1600"/>
            </a:lvl8pPr>
            <a:lvl9pPr lvl="8" algn="l">
              <a:lnSpc>
                <a:spcPct val="95000"/>
              </a:lnSpc>
              <a:spcBef>
                <a:spcPts val="0"/>
              </a:spcBef>
              <a:spcAft>
                <a:spcPts val="0"/>
              </a:spcAft>
              <a:buSzPts val="1200"/>
              <a:buNone/>
              <a:defRPr sz="1600"/>
            </a:lvl9pPr>
          </a:lstStyle>
          <a:p/>
        </p:txBody>
      </p:sp>
      <p:sp>
        <p:nvSpPr>
          <p:cNvPr id="196" name="Google Shape;196;p45"/>
          <p:cNvSpPr txBox="1"/>
          <p:nvPr>
            <p:ph idx="4" type="body"/>
          </p:nvPr>
        </p:nvSpPr>
        <p:spPr>
          <a:xfrm>
            <a:off x="387450" y="1516150"/>
            <a:ext cx="2513100" cy="7140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197" name="Google Shape;197;p45"/>
          <p:cNvSpPr txBox="1"/>
          <p:nvPr>
            <p:ph idx="5" type="subTitle"/>
          </p:nvPr>
        </p:nvSpPr>
        <p:spPr>
          <a:xfrm>
            <a:off x="3284965" y="549950"/>
            <a:ext cx="2433900" cy="431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sz="1600"/>
            </a:lvl1pPr>
            <a:lvl2pPr lvl="1" algn="l">
              <a:lnSpc>
                <a:spcPct val="95000"/>
              </a:lnSpc>
              <a:spcBef>
                <a:spcPts val="0"/>
              </a:spcBef>
              <a:spcAft>
                <a:spcPts val="0"/>
              </a:spcAft>
              <a:buSzPts val="1200"/>
              <a:buNone/>
              <a:defRPr sz="1600"/>
            </a:lvl2pPr>
            <a:lvl3pPr lvl="2" algn="l">
              <a:lnSpc>
                <a:spcPct val="95000"/>
              </a:lnSpc>
              <a:spcBef>
                <a:spcPts val="0"/>
              </a:spcBef>
              <a:spcAft>
                <a:spcPts val="0"/>
              </a:spcAft>
              <a:buSzPts val="1200"/>
              <a:buNone/>
              <a:defRPr sz="1600"/>
            </a:lvl3pPr>
            <a:lvl4pPr lvl="3" algn="l">
              <a:lnSpc>
                <a:spcPct val="95000"/>
              </a:lnSpc>
              <a:spcBef>
                <a:spcPts val="0"/>
              </a:spcBef>
              <a:spcAft>
                <a:spcPts val="0"/>
              </a:spcAft>
              <a:buSzPts val="1200"/>
              <a:buNone/>
              <a:defRPr sz="1600"/>
            </a:lvl4pPr>
            <a:lvl5pPr lvl="4" algn="l">
              <a:lnSpc>
                <a:spcPct val="95000"/>
              </a:lnSpc>
              <a:spcBef>
                <a:spcPts val="0"/>
              </a:spcBef>
              <a:spcAft>
                <a:spcPts val="0"/>
              </a:spcAft>
              <a:buSzPts val="1200"/>
              <a:buNone/>
              <a:defRPr sz="1600"/>
            </a:lvl5pPr>
            <a:lvl6pPr lvl="5" algn="l">
              <a:lnSpc>
                <a:spcPct val="95000"/>
              </a:lnSpc>
              <a:spcBef>
                <a:spcPts val="0"/>
              </a:spcBef>
              <a:spcAft>
                <a:spcPts val="0"/>
              </a:spcAft>
              <a:buSzPts val="1200"/>
              <a:buNone/>
              <a:defRPr sz="1600"/>
            </a:lvl6pPr>
            <a:lvl7pPr lvl="6" algn="l">
              <a:lnSpc>
                <a:spcPct val="95000"/>
              </a:lnSpc>
              <a:spcBef>
                <a:spcPts val="0"/>
              </a:spcBef>
              <a:spcAft>
                <a:spcPts val="0"/>
              </a:spcAft>
              <a:buSzPts val="1200"/>
              <a:buNone/>
              <a:defRPr sz="1600"/>
            </a:lvl7pPr>
            <a:lvl8pPr lvl="7" algn="l">
              <a:lnSpc>
                <a:spcPct val="95000"/>
              </a:lnSpc>
              <a:spcBef>
                <a:spcPts val="0"/>
              </a:spcBef>
              <a:spcAft>
                <a:spcPts val="0"/>
              </a:spcAft>
              <a:buSzPts val="1200"/>
              <a:buNone/>
              <a:defRPr sz="1600"/>
            </a:lvl8pPr>
            <a:lvl9pPr lvl="8" algn="l">
              <a:lnSpc>
                <a:spcPct val="95000"/>
              </a:lnSpc>
              <a:spcBef>
                <a:spcPts val="0"/>
              </a:spcBef>
              <a:spcAft>
                <a:spcPts val="0"/>
              </a:spcAft>
              <a:buSzPts val="1200"/>
              <a:buNone/>
              <a:defRPr sz="1600"/>
            </a:lvl9pPr>
          </a:lstStyle>
          <a:p/>
        </p:txBody>
      </p:sp>
      <p:sp>
        <p:nvSpPr>
          <p:cNvPr id="198" name="Google Shape;198;p45"/>
          <p:cNvSpPr txBox="1"/>
          <p:nvPr>
            <p:ph idx="6" type="subTitle"/>
          </p:nvPr>
        </p:nvSpPr>
        <p:spPr>
          <a:xfrm>
            <a:off x="6213059" y="560550"/>
            <a:ext cx="2433900" cy="431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sz="1600"/>
            </a:lvl1pPr>
            <a:lvl2pPr lvl="1" algn="l">
              <a:lnSpc>
                <a:spcPct val="95000"/>
              </a:lnSpc>
              <a:spcBef>
                <a:spcPts val="0"/>
              </a:spcBef>
              <a:spcAft>
                <a:spcPts val="0"/>
              </a:spcAft>
              <a:buSzPts val="1200"/>
              <a:buNone/>
              <a:defRPr sz="1600"/>
            </a:lvl2pPr>
            <a:lvl3pPr lvl="2" algn="l">
              <a:lnSpc>
                <a:spcPct val="95000"/>
              </a:lnSpc>
              <a:spcBef>
                <a:spcPts val="0"/>
              </a:spcBef>
              <a:spcAft>
                <a:spcPts val="0"/>
              </a:spcAft>
              <a:buSzPts val="1200"/>
              <a:buNone/>
              <a:defRPr sz="1600"/>
            </a:lvl3pPr>
            <a:lvl4pPr lvl="3" algn="l">
              <a:lnSpc>
                <a:spcPct val="95000"/>
              </a:lnSpc>
              <a:spcBef>
                <a:spcPts val="0"/>
              </a:spcBef>
              <a:spcAft>
                <a:spcPts val="0"/>
              </a:spcAft>
              <a:buSzPts val="1200"/>
              <a:buNone/>
              <a:defRPr sz="1600"/>
            </a:lvl4pPr>
            <a:lvl5pPr lvl="4" algn="l">
              <a:lnSpc>
                <a:spcPct val="95000"/>
              </a:lnSpc>
              <a:spcBef>
                <a:spcPts val="0"/>
              </a:spcBef>
              <a:spcAft>
                <a:spcPts val="0"/>
              </a:spcAft>
              <a:buSzPts val="1200"/>
              <a:buNone/>
              <a:defRPr sz="1600"/>
            </a:lvl5pPr>
            <a:lvl6pPr lvl="5" algn="l">
              <a:lnSpc>
                <a:spcPct val="95000"/>
              </a:lnSpc>
              <a:spcBef>
                <a:spcPts val="0"/>
              </a:spcBef>
              <a:spcAft>
                <a:spcPts val="0"/>
              </a:spcAft>
              <a:buSzPts val="1200"/>
              <a:buNone/>
              <a:defRPr sz="1600"/>
            </a:lvl6pPr>
            <a:lvl7pPr lvl="6" algn="l">
              <a:lnSpc>
                <a:spcPct val="95000"/>
              </a:lnSpc>
              <a:spcBef>
                <a:spcPts val="0"/>
              </a:spcBef>
              <a:spcAft>
                <a:spcPts val="0"/>
              </a:spcAft>
              <a:buSzPts val="1200"/>
              <a:buNone/>
              <a:defRPr sz="1600"/>
            </a:lvl7pPr>
            <a:lvl8pPr lvl="7" algn="l">
              <a:lnSpc>
                <a:spcPct val="95000"/>
              </a:lnSpc>
              <a:spcBef>
                <a:spcPts val="0"/>
              </a:spcBef>
              <a:spcAft>
                <a:spcPts val="0"/>
              </a:spcAft>
              <a:buSzPts val="1200"/>
              <a:buNone/>
              <a:defRPr sz="1600"/>
            </a:lvl8pPr>
            <a:lvl9pPr lvl="8" algn="l">
              <a:lnSpc>
                <a:spcPct val="95000"/>
              </a:lnSpc>
              <a:spcBef>
                <a:spcPts val="0"/>
              </a:spcBef>
              <a:spcAft>
                <a:spcPts val="0"/>
              </a:spcAft>
              <a:buSzPts val="1200"/>
              <a:buNone/>
              <a:defRPr sz="1600"/>
            </a:lvl9pPr>
          </a:lstStyle>
          <a:p/>
        </p:txBody>
      </p:sp>
      <p:sp>
        <p:nvSpPr>
          <p:cNvPr id="199" name="Google Shape;199;p45"/>
          <p:cNvSpPr txBox="1"/>
          <p:nvPr>
            <p:ph idx="7" type="body"/>
          </p:nvPr>
        </p:nvSpPr>
        <p:spPr>
          <a:xfrm>
            <a:off x="6244900" y="1526750"/>
            <a:ext cx="2513100" cy="7140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ersona - Alt 2">
  <p:cSld name="CUSTOM_8_1_1_1_1_1_1_1_1_1_1_1_1_1_1_1_1_1_1_1_1_1_1_1_1_1_1_1">
    <p:spTree>
      <p:nvGrpSpPr>
        <p:cNvPr id="200" name="Shape 200"/>
        <p:cNvGrpSpPr/>
        <p:nvPr/>
      </p:nvGrpSpPr>
      <p:grpSpPr>
        <a:xfrm>
          <a:off x="0" y="0"/>
          <a:ext cx="0" cy="0"/>
          <a:chOff x="0" y="0"/>
          <a:chExt cx="0" cy="0"/>
        </a:xfrm>
      </p:grpSpPr>
      <p:sp>
        <p:nvSpPr>
          <p:cNvPr id="201" name="Google Shape;201;p46"/>
          <p:cNvSpPr/>
          <p:nvPr/>
        </p:nvSpPr>
        <p:spPr>
          <a:xfrm rot="10800000">
            <a:off x="-25" y="250"/>
            <a:ext cx="3066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202" name="Google Shape;202;p46"/>
          <p:cNvSpPr txBox="1"/>
          <p:nvPr/>
        </p:nvSpPr>
        <p:spPr>
          <a:xfrm>
            <a:off x="230934" y="1805263"/>
            <a:ext cx="3720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Jost"/>
                <a:ea typeface="Jost"/>
                <a:cs typeface="Jost"/>
                <a:sym typeface="Jost"/>
              </a:rPr>
              <a:t>🡖</a:t>
            </a:r>
            <a:endParaRPr b="0" i="0" sz="1600" u="none" cap="none" strike="noStrike">
              <a:solidFill>
                <a:schemeClr val="dk1"/>
              </a:solidFill>
              <a:latin typeface="Jost"/>
              <a:ea typeface="Jost"/>
              <a:cs typeface="Jost"/>
              <a:sym typeface="Jost"/>
            </a:endParaRPr>
          </a:p>
        </p:txBody>
      </p:sp>
      <p:sp>
        <p:nvSpPr>
          <p:cNvPr id="203" name="Google Shape;203;p46"/>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04" name="Google Shape;204;p46"/>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05" name="Google Shape;205;p46"/>
          <p:cNvSpPr txBox="1"/>
          <p:nvPr>
            <p:ph idx="3" type="title"/>
          </p:nvPr>
        </p:nvSpPr>
        <p:spPr>
          <a:xfrm>
            <a:off x="230937" y="1593450"/>
            <a:ext cx="2378700" cy="343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06" name="Google Shape;206;p46"/>
          <p:cNvSpPr txBox="1"/>
          <p:nvPr>
            <p:ph idx="1" type="body"/>
          </p:nvPr>
        </p:nvSpPr>
        <p:spPr>
          <a:xfrm>
            <a:off x="230938" y="2041800"/>
            <a:ext cx="2378700" cy="9627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07" name="Google Shape;207;p46"/>
          <p:cNvSpPr txBox="1"/>
          <p:nvPr>
            <p:ph idx="4" type="body"/>
          </p:nvPr>
        </p:nvSpPr>
        <p:spPr>
          <a:xfrm>
            <a:off x="3439371" y="907600"/>
            <a:ext cx="2498700" cy="3432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08" name="Google Shape;208;p46"/>
          <p:cNvSpPr txBox="1"/>
          <p:nvPr>
            <p:ph idx="5" type="subTitle"/>
          </p:nvPr>
        </p:nvSpPr>
        <p:spPr>
          <a:xfrm>
            <a:off x="3439363" y="618975"/>
            <a:ext cx="2378700" cy="167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solidFill>
                  <a:schemeClr val="accent4"/>
                </a:solidFill>
                <a:latin typeface="Jost"/>
                <a:ea typeface="Jost"/>
                <a:cs typeface="Jost"/>
                <a:sym typeface="Jost"/>
              </a:defRPr>
            </a:lvl1pPr>
            <a:lvl2pPr lvl="1" algn="l">
              <a:lnSpc>
                <a:spcPct val="100000"/>
              </a:lnSpc>
              <a:spcBef>
                <a:spcPts val="0"/>
              </a:spcBef>
              <a:spcAft>
                <a:spcPts val="0"/>
              </a:spcAft>
              <a:buSzPts val="1200"/>
              <a:buNone/>
              <a:defRPr sz="1200">
                <a:solidFill>
                  <a:schemeClr val="accent4"/>
                </a:solidFill>
                <a:latin typeface="Jost"/>
                <a:ea typeface="Jost"/>
                <a:cs typeface="Jost"/>
                <a:sym typeface="Jost"/>
              </a:defRPr>
            </a:lvl2pPr>
            <a:lvl3pPr lvl="2" algn="l">
              <a:lnSpc>
                <a:spcPct val="100000"/>
              </a:lnSpc>
              <a:spcBef>
                <a:spcPts val="0"/>
              </a:spcBef>
              <a:spcAft>
                <a:spcPts val="0"/>
              </a:spcAft>
              <a:buSzPts val="1200"/>
              <a:buNone/>
              <a:defRPr sz="1200">
                <a:solidFill>
                  <a:schemeClr val="accent4"/>
                </a:solidFill>
                <a:latin typeface="Jost"/>
                <a:ea typeface="Jost"/>
                <a:cs typeface="Jost"/>
                <a:sym typeface="Jost"/>
              </a:defRPr>
            </a:lvl3pPr>
            <a:lvl4pPr lvl="3" algn="l">
              <a:lnSpc>
                <a:spcPct val="100000"/>
              </a:lnSpc>
              <a:spcBef>
                <a:spcPts val="0"/>
              </a:spcBef>
              <a:spcAft>
                <a:spcPts val="0"/>
              </a:spcAft>
              <a:buSzPts val="1200"/>
              <a:buNone/>
              <a:defRPr sz="1200">
                <a:solidFill>
                  <a:schemeClr val="accent4"/>
                </a:solidFill>
                <a:latin typeface="Jost"/>
                <a:ea typeface="Jost"/>
                <a:cs typeface="Jost"/>
                <a:sym typeface="Jost"/>
              </a:defRPr>
            </a:lvl4pPr>
            <a:lvl5pPr lvl="4" algn="l">
              <a:lnSpc>
                <a:spcPct val="100000"/>
              </a:lnSpc>
              <a:spcBef>
                <a:spcPts val="0"/>
              </a:spcBef>
              <a:spcAft>
                <a:spcPts val="0"/>
              </a:spcAft>
              <a:buSzPts val="1200"/>
              <a:buNone/>
              <a:defRPr sz="1200">
                <a:solidFill>
                  <a:schemeClr val="accent4"/>
                </a:solidFill>
                <a:latin typeface="Jost"/>
                <a:ea typeface="Jost"/>
                <a:cs typeface="Jost"/>
                <a:sym typeface="Jost"/>
              </a:defRPr>
            </a:lvl5pPr>
            <a:lvl6pPr lvl="5" algn="l">
              <a:lnSpc>
                <a:spcPct val="100000"/>
              </a:lnSpc>
              <a:spcBef>
                <a:spcPts val="0"/>
              </a:spcBef>
              <a:spcAft>
                <a:spcPts val="0"/>
              </a:spcAft>
              <a:buSzPts val="1200"/>
              <a:buNone/>
              <a:defRPr sz="1200">
                <a:solidFill>
                  <a:schemeClr val="accent4"/>
                </a:solidFill>
                <a:latin typeface="Jost"/>
                <a:ea typeface="Jost"/>
                <a:cs typeface="Jost"/>
                <a:sym typeface="Jost"/>
              </a:defRPr>
            </a:lvl6pPr>
            <a:lvl7pPr lvl="6" algn="l">
              <a:lnSpc>
                <a:spcPct val="100000"/>
              </a:lnSpc>
              <a:spcBef>
                <a:spcPts val="0"/>
              </a:spcBef>
              <a:spcAft>
                <a:spcPts val="0"/>
              </a:spcAft>
              <a:buSzPts val="1200"/>
              <a:buNone/>
              <a:defRPr sz="1200">
                <a:solidFill>
                  <a:schemeClr val="accent4"/>
                </a:solidFill>
                <a:latin typeface="Jost"/>
                <a:ea typeface="Jost"/>
                <a:cs typeface="Jost"/>
                <a:sym typeface="Jost"/>
              </a:defRPr>
            </a:lvl7pPr>
            <a:lvl8pPr lvl="7" algn="l">
              <a:lnSpc>
                <a:spcPct val="100000"/>
              </a:lnSpc>
              <a:spcBef>
                <a:spcPts val="0"/>
              </a:spcBef>
              <a:spcAft>
                <a:spcPts val="0"/>
              </a:spcAft>
              <a:buSzPts val="1200"/>
              <a:buNone/>
              <a:defRPr sz="1200">
                <a:solidFill>
                  <a:schemeClr val="accent4"/>
                </a:solidFill>
                <a:latin typeface="Jost"/>
                <a:ea typeface="Jost"/>
                <a:cs typeface="Jost"/>
                <a:sym typeface="Jost"/>
              </a:defRPr>
            </a:lvl8pPr>
            <a:lvl9pPr lvl="8" algn="l">
              <a:lnSpc>
                <a:spcPct val="100000"/>
              </a:lnSpc>
              <a:spcBef>
                <a:spcPts val="0"/>
              </a:spcBef>
              <a:spcAft>
                <a:spcPts val="0"/>
              </a:spcAft>
              <a:buSzPts val="1200"/>
              <a:buNone/>
              <a:defRPr sz="1200">
                <a:solidFill>
                  <a:schemeClr val="accent4"/>
                </a:solidFill>
                <a:latin typeface="Jost"/>
                <a:ea typeface="Jost"/>
                <a:cs typeface="Jost"/>
                <a:sym typeface="Jost"/>
              </a:defRPr>
            </a:lvl9pPr>
          </a:lstStyle>
          <a:p/>
        </p:txBody>
      </p:sp>
      <p:sp>
        <p:nvSpPr>
          <p:cNvPr id="209" name="Google Shape;209;p46"/>
          <p:cNvSpPr txBox="1"/>
          <p:nvPr>
            <p:ph idx="6" type="body"/>
          </p:nvPr>
        </p:nvSpPr>
        <p:spPr>
          <a:xfrm>
            <a:off x="3439371" y="2532294"/>
            <a:ext cx="2498700" cy="3432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10" name="Google Shape;210;p46"/>
          <p:cNvSpPr txBox="1"/>
          <p:nvPr>
            <p:ph idx="7" type="subTitle"/>
          </p:nvPr>
        </p:nvSpPr>
        <p:spPr>
          <a:xfrm>
            <a:off x="3439363" y="2243669"/>
            <a:ext cx="2378700" cy="167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solidFill>
                  <a:schemeClr val="accent4"/>
                </a:solidFill>
                <a:latin typeface="Jost"/>
                <a:ea typeface="Jost"/>
                <a:cs typeface="Jost"/>
                <a:sym typeface="Jost"/>
              </a:defRPr>
            </a:lvl1pPr>
            <a:lvl2pPr lvl="1" algn="l">
              <a:lnSpc>
                <a:spcPct val="100000"/>
              </a:lnSpc>
              <a:spcBef>
                <a:spcPts val="0"/>
              </a:spcBef>
              <a:spcAft>
                <a:spcPts val="0"/>
              </a:spcAft>
              <a:buSzPts val="1200"/>
              <a:buNone/>
              <a:defRPr sz="1200">
                <a:solidFill>
                  <a:schemeClr val="accent4"/>
                </a:solidFill>
                <a:latin typeface="Jost"/>
                <a:ea typeface="Jost"/>
                <a:cs typeface="Jost"/>
                <a:sym typeface="Jost"/>
              </a:defRPr>
            </a:lvl2pPr>
            <a:lvl3pPr lvl="2" algn="l">
              <a:lnSpc>
                <a:spcPct val="100000"/>
              </a:lnSpc>
              <a:spcBef>
                <a:spcPts val="0"/>
              </a:spcBef>
              <a:spcAft>
                <a:spcPts val="0"/>
              </a:spcAft>
              <a:buSzPts val="1200"/>
              <a:buNone/>
              <a:defRPr sz="1200">
                <a:solidFill>
                  <a:schemeClr val="accent4"/>
                </a:solidFill>
                <a:latin typeface="Jost"/>
                <a:ea typeface="Jost"/>
                <a:cs typeface="Jost"/>
                <a:sym typeface="Jost"/>
              </a:defRPr>
            </a:lvl3pPr>
            <a:lvl4pPr lvl="3" algn="l">
              <a:lnSpc>
                <a:spcPct val="100000"/>
              </a:lnSpc>
              <a:spcBef>
                <a:spcPts val="0"/>
              </a:spcBef>
              <a:spcAft>
                <a:spcPts val="0"/>
              </a:spcAft>
              <a:buSzPts val="1200"/>
              <a:buNone/>
              <a:defRPr sz="1200">
                <a:solidFill>
                  <a:schemeClr val="accent4"/>
                </a:solidFill>
                <a:latin typeface="Jost"/>
                <a:ea typeface="Jost"/>
                <a:cs typeface="Jost"/>
                <a:sym typeface="Jost"/>
              </a:defRPr>
            </a:lvl4pPr>
            <a:lvl5pPr lvl="4" algn="l">
              <a:lnSpc>
                <a:spcPct val="100000"/>
              </a:lnSpc>
              <a:spcBef>
                <a:spcPts val="0"/>
              </a:spcBef>
              <a:spcAft>
                <a:spcPts val="0"/>
              </a:spcAft>
              <a:buSzPts val="1200"/>
              <a:buNone/>
              <a:defRPr sz="1200">
                <a:solidFill>
                  <a:schemeClr val="accent4"/>
                </a:solidFill>
                <a:latin typeface="Jost"/>
                <a:ea typeface="Jost"/>
                <a:cs typeface="Jost"/>
                <a:sym typeface="Jost"/>
              </a:defRPr>
            </a:lvl5pPr>
            <a:lvl6pPr lvl="5" algn="l">
              <a:lnSpc>
                <a:spcPct val="100000"/>
              </a:lnSpc>
              <a:spcBef>
                <a:spcPts val="0"/>
              </a:spcBef>
              <a:spcAft>
                <a:spcPts val="0"/>
              </a:spcAft>
              <a:buSzPts val="1200"/>
              <a:buNone/>
              <a:defRPr sz="1200">
                <a:solidFill>
                  <a:schemeClr val="accent4"/>
                </a:solidFill>
                <a:latin typeface="Jost"/>
                <a:ea typeface="Jost"/>
                <a:cs typeface="Jost"/>
                <a:sym typeface="Jost"/>
              </a:defRPr>
            </a:lvl6pPr>
            <a:lvl7pPr lvl="6" algn="l">
              <a:lnSpc>
                <a:spcPct val="100000"/>
              </a:lnSpc>
              <a:spcBef>
                <a:spcPts val="0"/>
              </a:spcBef>
              <a:spcAft>
                <a:spcPts val="0"/>
              </a:spcAft>
              <a:buSzPts val="1200"/>
              <a:buNone/>
              <a:defRPr sz="1200">
                <a:solidFill>
                  <a:schemeClr val="accent4"/>
                </a:solidFill>
                <a:latin typeface="Jost"/>
                <a:ea typeface="Jost"/>
                <a:cs typeface="Jost"/>
                <a:sym typeface="Jost"/>
              </a:defRPr>
            </a:lvl7pPr>
            <a:lvl8pPr lvl="7" algn="l">
              <a:lnSpc>
                <a:spcPct val="100000"/>
              </a:lnSpc>
              <a:spcBef>
                <a:spcPts val="0"/>
              </a:spcBef>
              <a:spcAft>
                <a:spcPts val="0"/>
              </a:spcAft>
              <a:buSzPts val="1200"/>
              <a:buNone/>
              <a:defRPr sz="1200">
                <a:solidFill>
                  <a:schemeClr val="accent4"/>
                </a:solidFill>
                <a:latin typeface="Jost"/>
                <a:ea typeface="Jost"/>
                <a:cs typeface="Jost"/>
                <a:sym typeface="Jost"/>
              </a:defRPr>
            </a:lvl8pPr>
            <a:lvl9pPr lvl="8" algn="l">
              <a:lnSpc>
                <a:spcPct val="100000"/>
              </a:lnSpc>
              <a:spcBef>
                <a:spcPts val="0"/>
              </a:spcBef>
              <a:spcAft>
                <a:spcPts val="0"/>
              </a:spcAft>
              <a:buSzPts val="1200"/>
              <a:buNone/>
              <a:defRPr sz="1200">
                <a:solidFill>
                  <a:schemeClr val="accent4"/>
                </a:solidFill>
                <a:latin typeface="Jost"/>
                <a:ea typeface="Jost"/>
                <a:cs typeface="Jost"/>
                <a:sym typeface="Jost"/>
              </a:defRPr>
            </a:lvl9pPr>
          </a:lstStyle>
          <a:p/>
        </p:txBody>
      </p:sp>
      <p:sp>
        <p:nvSpPr>
          <p:cNvPr id="211" name="Google Shape;211;p46"/>
          <p:cNvSpPr txBox="1"/>
          <p:nvPr>
            <p:ph idx="8" type="body"/>
          </p:nvPr>
        </p:nvSpPr>
        <p:spPr>
          <a:xfrm>
            <a:off x="6313271" y="907600"/>
            <a:ext cx="2498700" cy="3432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12" name="Google Shape;212;p46"/>
          <p:cNvSpPr txBox="1"/>
          <p:nvPr>
            <p:ph idx="9" type="subTitle"/>
          </p:nvPr>
        </p:nvSpPr>
        <p:spPr>
          <a:xfrm>
            <a:off x="6313263" y="618975"/>
            <a:ext cx="2378700" cy="167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solidFill>
                  <a:schemeClr val="accent4"/>
                </a:solidFill>
                <a:latin typeface="Jost"/>
                <a:ea typeface="Jost"/>
                <a:cs typeface="Jost"/>
                <a:sym typeface="Jost"/>
              </a:defRPr>
            </a:lvl1pPr>
            <a:lvl2pPr lvl="1" algn="l">
              <a:lnSpc>
                <a:spcPct val="100000"/>
              </a:lnSpc>
              <a:spcBef>
                <a:spcPts val="0"/>
              </a:spcBef>
              <a:spcAft>
                <a:spcPts val="0"/>
              </a:spcAft>
              <a:buSzPts val="1200"/>
              <a:buNone/>
              <a:defRPr sz="1200">
                <a:solidFill>
                  <a:schemeClr val="accent4"/>
                </a:solidFill>
                <a:latin typeface="Jost"/>
                <a:ea typeface="Jost"/>
                <a:cs typeface="Jost"/>
                <a:sym typeface="Jost"/>
              </a:defRPr>
            </a:lvl2pPr>
            <a:lvl3pPr lvl="2" algn="l">
              <a:lnSpc>
                <a:spcPct val="100000"/>
              </a:lnSpc>
              <a:spcBef>
                <a:spcPts val="0"/>
              </a:spcBef>
              <a:spcAft>
                <a:spcPts val="0"/>
              </a:spcAft>
              <a:buSzPts val="1200"/>
              <a:buNone/>
              <a:defRPr sz="1200">
                <a:solidFill>
                  <a:schemeClr val="accent4"/>
                </a:solidFill>
                <a:latin typeface="Jost"/>
                <a:ea typeface="Jost"/>
                <a:cs typeface="Jost"/>
                <a:sym typeface="Jost"/>
              </a:defRPr>
            </a:lvl3pPr>
            <a:lvl4pPr lvl="3" algn="l">
              <a:lnSpc>
                <a:spcPct val="100000"/>
              </a:lnSpc>
              <a:spcBef>
                <a:spcPts val="0"/>
              </a:spcBef>
              <a:spcAft>
                <a:spcPts val="0"/>
              </a:spcAft>
              <a:buSzPts val="1200"/>
              <a:buNone/>
              <a:defRPr sz="1200">
                <a:solidFill>
                  <a:schemeClr val="accent4"/>
                </a:solidFill>
                <a:latin typeface="Jost"/>
                <a:ea typeface="Jost"/>
                <a:cs typeface="Jost"/>
                <a:sym typeface="Jost"/>
              </a:defRPr>
            </a:lvl4pPr>
            <a:lvl5pPr lvl="4" algn="l">
              <a:lnSpc>
                <a:spcPct val="100000"/>
              </a:lnSpc>
              <a:spcBef>
                <a:spcPts val="0"/>
              </a:spcBef>
              <a:spcAft>
                <a:spcPts val="0"/>
              </a:spcAft>
              <a:buSzPts val="1200"/>
              <a:buNone/>
              <a:defRPr sz="1200">
                <a:solidFill>
                  <a:schemeClr val="accent4"/>
                </a:solidFill>
                <a:latin typeface="Jost"/>
                <a:ea typeface="Jost"/>
                <a:cs typeface="Jost"/>
                <a:sym typeface="Jost"/>
              </a:defRPr>
            </a:lvl5pPr>
            <a:lvl6pPr lvl="5" algn="l">
              <a:lnSpc>
                <a:spcPct val="100000"/>
              </a:lnSpc>
              <a:spcBef>
                <a:spcPts val="0"/>
              </a:spcBef>
              <a:spcAft>
                <a:spcPts val="0"/>
              </a:spcAft>
              <a:buSzPts val="1200"/>
              <a:buNone/>
              <a:defRPr sz="1200">
                <a:solidFill>
                  <a:schemeClr val="accent4"/>
                </a:solidFill>
                <a:latin typeface="Jost"/>
                <a:ea typeface="Jost"/>
                <a:cs typeface="Jost"/>
                <a:sym typeface="Jost"/>
              </a:defRPr>
            </a:lvl6pPr>
            <a:lvl7pPr lvl="6" algn="l">
              <a:lnSpc>
                <a:spcPct val="100000"/>
              </a:lnSpc>
              <a:spcBef>
                <a:spcPts val="0"/>
              </a:spcBef>
              <a:spcAft>
                <a:spcPts val="0"/>
              </a:spcAft>
              <a:buSzPts val="1200"/>
              <a:buNone/>
              <a:defRPr sz="1200">
                <a:solidFill>
                  <a:schemeClr val="accent4"/>
                </a:solidFill>
                <a:latin typeface="Jost"/>
                <a:ea typeface="Jost"/>
                <a:cs typeface="Jost"/>
                <a:sym typeface="Jost"/>
              </a:defRPr>
            </a:lvl7pPr>
            <a:lvl8pPr lvl="7" algn="l">
              <a:lnSpc>
                <a:spcPct val="100000"/>
              </a:lnSpc>
              <a:spcBef>
                <a:spcPts val="0"/>
              </a:spcBef>
              <a:spcAft>
                <a:spcPts val="0"/>
              </a:spcAft>
              <a:buSzPts val="1200"/>
              <a:buNone/>
              <a:defRPr sz="1200">
                <a:solidFill>
                  <a:schemeClr val="accent4"/>
                </a:solidFill>
                <a:latin typeface="Jost"/>
                <a:ea typeface="Jost"/>
                <a:cs typeface="Jost"/>
                <a:sym typeface="Jost"/>
              </a:defRPr>
            </a:lvl8pPr>
            <a:lvl9pPr lvl="8" algn="l">
              <a:lnSpc>
                <a:spcPct val="100000"/>
              </a:lnSpc>
              <a:spcBef>
                <a:spcPts val="0"/>
              </a:spcBef>
              <a:spcAft>
                <a:spcPts val="0"/>
              </a:spcAft>
              <a:buSzPts val="1200"/>
              <a:buNone/>
              <a:defRPr sz="1200">
                <a:solidFill>
                  <a:schemeClr val="accent4"/>
                </a:solidFill>
                <a:latin typeface="Jost"/>
                <a:ea typeface="Jost"/>
                <a:cs typeface="Jost"/>
                <a:sym typeface="Jost"/>
              </a:defRPr>
            </a:lvl9pPr>
          </a:lstStyle>
          <a:p/>
        </p:txBody>
      </p:sp>
      <p:sp>
        <p:nvSpPr>
          <p:cNvPr id="213" name="Google Shape;213;p46"/>
          <p:cNvSpPr txBox="1"/>
          <p:nvPr>
            <p:ph idx="13" type="body"/>
          </p:nvPr>
        </p:nvSpPr>
        <p:spPr>
          <a:xfrm>
            <a:off x="6313271" y="2532294"/>
            <a:ext cx="2498700" cy="3432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14" name="Google Shape;214;p46"/>
          <p:cNvSpPr txBox="1"/>
          <p:nvPr>
            <p:ph idx="14" type="subTitle"/>
          </p:nvPr>
        </p:nvSpPr>
        <p:spPr>
          <a:xfrm>
            <a:off x="6313263" y="2243669"/>
            <a:ext cx="2378700" cy="167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200">
                <a:solidFill>
                  <a:schemeClr val="accent4"/>
                </a:solidFill>
                <a:latin typeface="Jost"/>
                <a:ea typeface="Jost"/>
                <a:cs typeface="Jost"/>
                <a:sym typeface="Jost"/>
              </a:defRPr>
            </a:lvl1pPr>
            <a:lvl2pPr lvl="1" algn="l">
              <a:lnSpc>
                <a:spcPct val="100000"/>
              </a:lnSpc>
              <a:spcBef>
                <a:spcPts val="0"/>
              </a:spcBef>
              <a:spcAft>
                <a:spcPts val="0"/>
              </a:spcAft>
              <a:buSzPts val="1200"/>
              <a:buNone/>
              <a:defRPr sz="1200">
                <a:solidFill>
                  <a:schemeClr val="accent4"/>
                </a:solidFill>
                <a:latin typeface="Jost"/>
                <a:ea typeface="Jost"/>
                <a:cs typeface="Jost"/>
                <a:sym typeface="Jost"/>
              </a:defRPr>
            </a:lvl2pPr>
            <a:lvl3pPr lvl="2" algn="l">
              <a:lnSpc>
                <a:spcPct val="100000"/>
              </a:lnSpc>
              <a:spcBef>
                <a:spcPts val="0"/>
              </a:spcBef>
              <a:spcAft>
                <a:spcPts val="0"/>
              </a:spcAft>
              <a:buSzPts val="1200"/>
              <a:buNone/>
              <a:defRPr sz="1200">
                <a:solidFill>
                  <a:schemeClr val="accent4"/>
                </a:solidFill>
                <a:latin typeface="Jost"/>
                <a:ea typeface="Jost"/>
                <a:cs typeface="Jost"/>
                <a:sym typeface="Jost"/>
              </a:defRPr>
            </a:lvl3pPr>
            <a:lvl4pPr lvl="3" algn="l">
              <a:lnSpc>
                <a:spcPct val="100000"/>
              </a:lnSpc>
              <a:spcBef>
                <a:spcPts val="0"/>
              </a:spcBef>
              <a:spcAft>
                <a:spcPts val="0"/>
              </a:spcAft>
              <a:buSzPts val="1200"/>
              <a:buNone/>
              <a:defRPr sz="1200">
                <a:solidFill>
                  <a:schemeClr val="accent4"/>
                </a:solidFill>
                <a:latin typeface="Jost"/>
                <a:ea typeface="Jost"/>
                <a:cs typeface="Jost"/>
                <a:sym typeface="Jost"/>
              </a:defRPr>
            </a:lvl4pPr>
            <a:lvl5pPr lvl="4" algn="l">
              <a:lnSpc>
                <a:spcPct val="100000"/>
              </a:lnSpc>
              <a:spcBef>
                <a:spcPts val="0"/>
              </a:spcBef>
              <a:spcAft>
                <a:spcPts val="0"/>
              </a:spcAft>
              <a:buSzPts val="1200"/>
              <a:buNone/>
              <a:defRPr sz="1200">
                <a:solidFill>
                  <a:schemeClr val="accent4"/>
                </a:solidFill>
                <a:latin typeface="Jost"/>
                <a:ea typeface="Jost"/>
                <a:cs typeface="Jost"/>
                <a:sym typeface="Jost"/>
              </a:defRPr>
            </a:lvl5pPr>
            <a:lvl6pPr lvl="5" algn="l">
              <a:lnSpc>
                <a:spcPct val="100000"/>
              </a:lnSpc>
              <a:spcBef>
                <a:spcPts val="0"/>
              </a:spcBef>
              <a:spcAft>
                <a:spcPts val="0"/>
              </a:spcAft>
              <a:buSzPts val="1200"/>
              <a:buNone/>
              <a:defRPr sz="1200">
                <a:solidFill>
                  <a:schemeClr val="accent4"/>
                </a:solidFill>
                <a:latin typeface="Jost"/>
                <a:ea typeface="Jost"/>
                <a:cs typeface="Jost"/>
                <a:sym typeface="Jost"/>
              </a:defRPr>
            </a:lvl6pPr>
            <a:lvl7pPr lvl="6" algn="l">
              <a:lnSpc>
                <a:spcPct val="100000"/>
              </a:lnSpc>
              <a:spcBef>
                <a:spcPts val="0"/>
              </a:spcBef>
              <a:spcAft>
                <a:spcPts val="0"/>
              </a:spcAft>
              <a:buSzPts val="1200"/>
              <a:buNone/>
              <a:defRPr sz="1200">
                <a:solidFill>
                  <a:schemeClr val="accent4"/>
                </a:solidFill>
                <a:latin typeface="Jost"/>
                <a:ea typeface="Jost"/>
                <a:cs typeface="Jost"/>
                <a:sym typeface="Jost"/>
              </a:defRPr>
            </a:lvl7pPr>
            <a:lvl8pPr lvl="7" algn="l">
              <a:lnSpc>
                <a:spcPct val="100000"/>
              </a:lnSpc>
              <a:spcBef>
                <a:spcPts val="0"/>
              </a:spcBef>
              <a:spcAft>
                <a:spcPts val="0"/>
              </a:spcAft>
              <a:buSzPts val="1200"/>
              <a:buNone/>
              <a:defRPr sz="1200">
                <a:solidFill>
                  <a:schemeClr val="accent4"/>
                </a:solidFill>
                <a:latin typeface="Jost"/>
                <a:ea typeface="Jost"/>
                <a:cs typeface="Jost"/>
                <a:sym typeface="Jost"/>
              </a:defRPr>
            </a:lvl8pPr>
            <a:lvl9pPr lvl="8" algn="l">
              <a:lnSpc>
                <a:spcPct val="100000"/>
              </a:lnSpc>
              <a:spcBef>
                <a:spcPts val="0"/>
              </a:spcBef>
              <a:spcAft>
                <a:spcPts val="0"/>
              </a:spcAft>
              <a:buSzPts val="1200"/>
              <a:buNone/>
              <a:defRPr sz="1200">
                <a:solidFill>
                  <a:schemeClr val="accent4"/>
                </a:solidFill>
                <a:latin typeface="Jost"/>
                <a:ea typeface="Jost"/>
                <a:cs typeface="Jost"/>
                <a:sym typeface="Jost"/>
              </a:defRPr>
            </a:lvl9pPr>
          </a:lstStyle>
          <a:p/>
        </p:txBody>
      </p:sp>
      <p:sp>
        <p:nvSpPr>
          <p:cNvPr id="215" name="Google Shape;215;p46"/>
          <p:cNvSpPr txBox="1"/>
          <p:nvPr>
            <p:ph idx="15" type="body"/>
          </p:nvPr>
        </p:nvSpPr>
        <p:spPr>
          <a:xfrm>
            <a:off x="230650" y="3875100"/>
            <a:ext cx="2378700" cy="913500"/>
          </a:xfrm>
          <a:prstGeom prst="rect">
            <a:avLst/>
          </a:prstGeom>
          <a:noFill/>
          <a:ln>
            <a:noFill/>
          </a:ln>
        </p:spPr>
        <p:txBody>
          <a:bodyPr anchorCtr="0" anchor="t" bIns="0" lIns="0" spcFirstLastPara="1" rIns="0" wrap="square" tIns="0">
            <a:spAutoFit/>
          </a:bodyPr>
          <a:lstStyle>
            <a:lvl1pPr indent="-304800" lvl="0" marL="457200" algn="l">
              <a:lnSpc>
                <a:spcPct val="100000"/>
              </a:lnSpc>
              <a:spcBef>
                <a:spcPts val="0"/>
              </a:spcBef>
              <a:spcAft>
                <a:spcPts val="0"/>
              </a:spcAft>
              <a:buClr>
                <a:schemeClr val="dk1"/>
              </a:buClr>
              <a:buSzPts val="1200"/>
              <a:buFont typeface="Figtree"/>
              <a:buChar char="●"/>
              <a:defRPr>
                <a:latin typeface="Figtree"/>
                <a:ea typeface="Figtree"/>
                <a:cs typeface="Figtree"/>
                <a:sym typeface="Figtree"/>
              </a:defRPr>
            </a:lvl1pPr>
            <a:lvl2pPr indent="-304800" lvl="1" marL="914400" algn="l">
              <a:lnSpc>
                <a:spcPct val="100000"/>
              </a:lnSpc>
              <a:spcBef>
                <a:spcPts val="0"/>
              </a:spcBef>
              <a:spcAft>
                <a:spcPts val="0"/>
              </a:spcAft>
              <a:buClr>
                <a:schemeClr val="dk1"/>
              </a:buClr>
              <a:buSzPts val="1200"/>
              <a:buFont typeface="Figtree"/>
              <a:buChar char="○"/>
              <a:defRPr>
                <a:latin typeface="Figtree"/>
                <a:ea typeface="Figtree"/>
                <a:cs typeface="Figtree"/>
                <a:sym typeface="Figtree"/>
              </a:defRPr>
            </a:lvl2pPr>
            <a:lvl3pPr indent="-304800" lvl="2" marL="1371600" algn="l">
              <a:lnSpc>
                <a:spcPct val="100000"/>
              </a:lnSpc>
              <a:spcBef>
                <a:spcPts val="0"/>
              </a:spcBef>
              <a:spcAft>
                <a:spcPts val="0"/>
              </a:spcAft>
              <a:buClr>
                <a:schemeClr val="dk1"/>
              </a:buClr>
              <a:buSzPts val="1200"/>
              <a:buFont typeface="Figtree"/>
              <a:buChar char="■"/>
              <a:defRPr>
                <a:latin typeface="Figtree"/>
                <a:ea typeface="Figtree"/>
                <a:cs typeface="Figtree"/>
                <a:sym typeface="Figtree"/>
              </a:defRPr>
            </a:lvl3pPr>
            <a:lvl4pPr indent="-304800" lvl="3" marL="1828800" algn="l">
              <a:lnSpc>
                <a:spcPct val="100000"/>
              </a:lnSpc>
              <a:spcBef>
                <a:spcPts val="0"/>
              </a:spcBef>
              <a:spcAft>
                <a:spcPts val="0"/>
              </a:spcAft>
              <a:buClr>
                <a:schemeClr val="dk1"/>
              </a:buClr>
              <a:buSzPts val="1200"/>
              <a:buFont typeface="Figtree"/>
              <a:buChar char="●"/>
              <a:defRPr>
                <a:latin typeface="Figtree"/>
                <a:ea typeface="Figtree"/>
                <a:cs typeface="Figtree"/>
                <a:sym typeface="Figtree"/>
              </a:defRPr>
            </a:lvl4pPr>
            <a:lvl5pPr indent="-304800" lvl="4" marL="2286000" algn="l">
              <a:lnSpc>
                <a:spcPct val="100000"/>
              </a:lnSpc>
              <a:spcBef>
                <a:spcPts val="0"/>
              </a:spcBef>
              <a:spcAft>
                <a:spcPts val="0"/>
              </a:spcAft>
              <a:buClr>
                <a:schemeClr val="dk1"/>
              </a:buClr>
              <a:buSzPts val="1200"/>
              <a:buFont typeface="Figtree"/>
              <a:buChar char="○"/>
              <a:defRPr>
                <a:latin typeface="Figtree"/>
                <a:ea typeface="Figtree"/>
                <a:cs typeface="Figtree"/>
                <a:sym typeface="Figtree"/>
              </a:defRPr>
            </a:lvl5pPr>
            <a:lvl6pPr indent="-304800" lvl="5" marL="2743200" algn="l">
              <a:lnSpc>
                <a:spcPct val="100000"/>
              </a:lnSpc>
              <a:spcBef>
                <a:spcPts val="0"/>
              </a:spcBef>
              <a:spcAft>
                <a:spcPts val="0"/>
              </a:spcAft>
              <a:buClr>
                <a:schemeClr val="dk1"/>
              </a:buClr>
              <a:buSzPts val="1200"/>
              <a:buFont typeface="Figtree"/>
              <a:buChar char="■"/>
              <a:defRPr>
                <a:latin typeface="Figtree"/>
                <a:ea typeface="Figtree"/>
                <a:cs typeface="Figtree"/>
                <a:sym typeface="Figtree"/>
              </a:defRPr>
            </a:lvl6pPr>
            <a:lvl7pPr indent="-304800" lvl="6" marL="3200400" algn="l">
              <a:lnSpc>
                <a:spcPct val="100000"/>
              </a:lnSpc>
              <a:spcBef>
                <a:spcPts val="0"/>
              </a:spcBef>
              <a:spcAft>
                <a:spcPts val="0"/>
              </a:spcAft>
              <a:buClr>
                <a:schemeClr val="dk1"/>
              </a:buClr>
              <a:buSzPts val="1200"/>
              <a:buFont typeface="Figtree"/>
              <a:buChar char="●"/>
              <a:defRPr>
                <a:latin typeface="Figtree"/>
                <a:ea typeface="Figtree"/>
                <a:cs typeface="Figtree"/>
                <a:sym typeface="Figtree"/>
              </a:defRPr>
            </a:lvl7pPr>
            <a:lvl8pPr indent="-304800" lvl="7" marL="3657600" algn="l">
              <a:lnSpc>
                <a:spcPct val="100000"/>
              </a:lnSpc>
              <a:spcBef>
                <a:spcPts val="0"/>
              </a:spcBef>
              <a:spcAft>
                <a:spcPts val="0"/>
              </a:spcAft>
              <a:buClr>
                <a:schemeClr val="dk1"/>
              </a:buClr>
              <a:buSzPts val="1200"/>
              <a:buFont typeface="Figtree"/>
              <a:buChar char="○"/>
              <a:defRPr>
                <a:latin typeface="Figtree"/>
                <a:ea typeface="Figtree"/>
                <a:cs typeface="Figtree"/>
                <a:sym typeface="Figtree"/>
              </a:defRPr>
            </a:lvl8pPr>
            <a:lvl9pPr indent="-304800" lvl="8" marL="4114800" algn="l">
              <a:lnSpc>
                <a:spcPct val="100000"/>
              </a:lnSpc>
              <a:spcBef>
                <a:spcPts val="0"/>
              </a:spcBef>
              <a:spcAft>
                <a:spcPts val="0"/>
              </a:spcAft>
              <a:buClr>
                <a:schemeClr val="dk1"/>
              </a:buClr>
              <a:buSzPts val="1200"/>
              <a:buFont typeface="Figtree"/>
              <a:buChar char="■"/>
              <a:defRPr>
                <a:latin typeface="Figtree"/>
                <a:ea typeface="Figtree"/>
                <a:cs typeface="Figtree"/>
                <a:sym typeface="Figtree"/>
              </a:defRPr>
            </a:lvl9pPr>
          </a:lstStyle>
          <a:p/>
        </p:txBody>
      </p:sp>
      <p:sp>
        <p:nvSpPr>
          <p:cNvPr id="216" name="Google Shape;216;p46"/>
          <p:cNvSpPr/>
          <p:nvPr>
            <p:ph idx="16" type="pic"/>
          </p:nvPr>
        </p:nvSpPr>
        <p:spPr>
          <a:xfrm>
            <a:off x="230350" y="457200"/>
            <a:ext cx="853200" cy="10311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ards">
  <p:cSld name="CUSTOM_14">
    <p:spTree>
      <p:nvGrpSpPr>
        <p:cNvPr id="217" name="Shape 217"/>
        <p:cNvGrpSpPr/>
        <p:nvPr/>
      </p:nvGrpSpPr>
      <p:grpSpPr>
        <a:xfrm>
          <a:off x="0" y="0"/>
          <a:ext cx="0" cy="0"/>
          <a:chOff x="0" y="0"/>
          <a:chExt cx="0" cy="0"/>
        </a:xfrm>
      </p:grpSpPr>
      <p:sp>
        <p:nvSpPr>
          <p:cNvPr id="218" name="Google Shape;218;p47"/>
          <p:cNvSpPr/>
          <p:nvPr/>
        </p:nvSpPr>
        <p:spPr>
          <a:xfrm rot="-2700000">
            <a:off x="1338758" y="-3230594"/>
            <a:ext cx="6464087" cy="6464087"/>
          </a:xfrm>
          <a:prstGeom prst="rtTriangle">
            <a:avLst/>
          </a:prstGeom>
          <a:gradFill>
            <a:gsLst>
              <a:gs pos="0">
                <a:schemeClr val="lt2"/>
              </a:gs>
              <a:gs pos="72000">
                <a:schemeClr val="lt1"/>
              </a:gs>
              <a:gs pos="100000">
                <a:schemeClr val="lt1"/>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Jost"/>
              <a:ea typeface="Jost"/>
              <a:cs typeface="Jost"/>
              <a:sym typeface="Jost"/>
            </a:endParaRPr>
          </a:p>
        </p:txBody>
      </p:sp>
      <p:sp>
        <p:nvSpPr>
          <p:cNvPr id="219" name="Google Shape;219;p47"/>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Font typeface="Figtree"/>
              <a:buNone/>
              <a:defRPr sz="700"/>
            </a:lvl2pPr>
            <a:lvl3pPr lvl="2" algn="l">
              <a:lnSpc>
                <a:spcPct val="100000"/>
              </a:lnSpc>
              <a:spcBef>
                <a:spcPts val="0"/>
              </a:spcBef>
              <a:spcAft>
                <a:spcPts val="0"/>
              </a:spcAft>
              <a:buSzPts val="700"/>
              <a:buFont typeface="Figtree"/>
              <a:buNone/>
              <a:defRPr sz="700"/>
            </a:lvl3pPr>
            <a:lvl4pPr lvl="3" algn="l">
              <a:lnSpc>
                <a:spcPct val="100000"/>
              </a:lnSpc>
              <a:spcBef>
                <a:spcPts val="0"/>
              </a:spcBef>
              <a:spcAft>
                <a:spcPts val="0"/>
              </a:spcAft>
              <a:buSzPts val="700"/>
              <a:buFont typeface="Figtree"/>
              <a:buNone/>
              <a:defRPr sz="700"/>
            </a:lvl4pPr>
            <a:lvl5pPr lvl="4" algn="l">
              <a:lnSpc>
                <a:spcPct val="100000"/>
              </a:lnSpc>
              <a:spcBef>
                <a:spcPts val="0"/>
              </a:spcBef>
              <a:spcAft>
                <a:spcPts val="0"/>
              </a:spcAft>
              <a:buSzPts val="700"/>
              <a:buFont typeface="Figtree"/>
              <a:buNone/>
              <a:defRPr sz="700"/>
            </a:lvl5pPr>
            <a:lvl6pPr lvl="5" algn="l">
              <a:lnSpc>
                <a:spcPct val="100000"/>
              </a:lnSpc>
              <a:spcBef>
                <a:spcPts val="0"/>
              </a:spcBef>
              <a:spcAft>
                <a:spcPts val="0"/>
              </a:spcAft>
              <a:buSzPts val="700"/>
              <a:buFont typeface="Figtree"/>
              <a:buNone/>
              <a:defRPr sz="700"/>
            </a:lvl6pPr>
            <a:lvl7pPr lvl="6" algn="l">
              <a:lnSpc>
                <a:spcPct val="100000"/>
              </a:lnSpc>
              <a:spcBef>
                <a:spcPts val="0"/>
              </a:spcBef>
              <a:spcAft>
                <a:spcPts val="0"/>
              </a:spcAft>
              <a:buSzPts val="700"/>
              <a:buFont typeface="Figtree"/>
              <a:buNone/>
              <a:defRPr sz="700"/>
            </a:lvl7pPr>
            <a:lvl8pPr lvl="7" algn="l">
              <a:lnSpc>
                <a:spcPct val="100000"/>
              </a:lnSpc>
              <a:spcBef>
                <a:spcPts val="0"/>
              </a:spcBef>
              <a:spcAft>
                <a:spcPts val="0"/>
              </a:spcAft>
              <a:buSzPts val="700"/>
              <a:buFont typeface="Figtree"/>
              <a:buNone/>
              <a:defRPr sz="700"/>
            </a:lvl8pPr>
            <a:lvl9pPr lvl="8" algn="l">
              <a:lnSpc>
                <a:spcPct val="100000"/>
              </a:lnSpc>
              <a:spcBef>
                <a:spcPts val="0"/>
              </a:spcBef>
              <a:spcAft>
                <a:spcPts val="0"/>
              </a:spcAft>
              <a:buSzPts val="700"/>
              <a:buFont typeface="Figtree"/>
              <a:buNone/>
              <a:defRPr sz="700"/>
            </a:lvl9pPr>
          </a:lstStyle>
          <a:p/>
        </p:txBody>
      </p:sp>
      <p:sp>
        <p:nvSpPr>
          <p:cNvPr id="220" name="Google Shape;220;p47"/>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Font typeface="Figtree"/>
              <a:buNone/>
              <a:defRPr sz="700"/>
            </a:lvl2pPr>
            <a:lvl3pPr lvl="2" algn="l">
              <a:lnSpc>
                <a:spcPct val="100000"/>
              </a:lnSpc>
              <a:spcBef>
                <a:spcPts val="0"/>
              </a:spcBef>
              <a:spcAft>
                <a:spcPts val="0"/>
              </a:spcAft>
              <a:buSzPts val="700"/>
              <a:buFont typeface="Figtree"/>
              <a:buNone/>
              <a:defRPr sz="700"/>
            </a:lvl3pPr>
            <a:lvl4pPr lvl="3" algn="l">
              <a:lnSpc>
                <a:spcPct val="100000"/>
              </a:lnSpc>
              <a:spcBef>
                <a:spcPts val="0"/>
              </a:spcBef>
              <a:spcAft>
                <a:spcPts val="0"/>
              </a:spcAft>
              <a:buSzPts val="700"/>
              <a:buFont typeface="Figtree"/>
              <a:buNone/>
              <a:defRPr sz="700"/>
            </a:lvl4pPr>
            <a:lvl5pPr lvl="4" algn="l">
              <a:lnSpc>
                <a:spcPct val="100000"/>
              </a:lnSpc>
              <a:spcBef>
                <a:spcPts val="0"/>
              </a:spcBef>
              <a:spcAft>
                <a:spcPts val="0"/>
              </a:spcAft>
              <a:buSzPts val="700"/>
              <a:buFont typeface="Figtree"/>
              <a:buNone/>
              <a:defRPr sz="700"/>
            </a:lvl5pPr>
            <a:lvl6pPr lvl="5" algn="l">
              <a:lnSpc>
                <a:spcPct val="100000"/>
              </a:lnSpc>
              <a:spcBef>
                <a:spcPts val="0"/>
              </a:spcBef>
              <a:spcAft>
                <a:spcPts val="0"/>
              </a:spcAft>
              <a:buSzPts val="700"/>
              <a:buFont typeface="Figtree"/>
              <a:buNone/>
              <a:defRPr sz="700"/>
            </a:lvl6pPr>
            <a:lvl7pPr lvl="6" algn="l">
              <a:lnSpc>
                <a:spcPct val="100000"/>
              </a:lnSpc>
              <a:spcBef>
                <a:spcPts val="0"/>
              </a:spcBef>
              <a:spcAft>
                <a:spcPts val="0"/>
              </a:spcAft>
              <a:buSzPts val="700"/>
              <a:buFont typeface="Figtree"/>
              <a:buNone/>
              <a:defRPr sz="700"/>
            </a:lvl7pPr>
            <a:lvl8pPr lvl="7" algn="l">
              <a:lnSpc>
                <a:spcPct val="100000"/>
              </a:lnSpc>
              <a:spcBef>
                <a:spcPts val="0"/>
              </a:spcBef>
              <a:spcAft>
                <a:spcPts val="0"/>
              </a:spcAft>
              <a:buSzPts val="700"/>
              <a:buFont typeface="Figtree"/>
              <a:buNone/>
              <a:defRPr sz="700"/>
            </a:lvl8pPr>
            <a:lvl9pPr lvl="8" algn="l">
              <a:lnSpc>
                <a:spcPct val="100000"/>
              </a:lnSpc>
              <a:spcBef>
                <a:spcPts val="0"/>
              </a:spcBef>
              <a:spcAft>
                <a:spcPts val="0"/>
              </a:spcAft>
              <a:buSzPts val="700"/>
              <a:buFont typeface="Figtree"/>
              <a:buNone/>
              <a:defRPr sz="700"/>
            </a:lvl9pPr>
          </a:lstStyle>
          <a:p/>
        </p:txBody>
      </p:sp>
      <p:sp>
        <p:nvSpPr>
          <p:cNvPr id="221" name="Google Shape;221;p47"/>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22" name="Google Shape;222;p47"/>
          <p:cNvSpPr txBox="1"/>
          <p:nvPr>
            <p:ph idx="1" type="body"/>
          </p:nvPr>
        </p:nvSpPr>
        <p:spPr>
          <a:xfrm>
            <a:off x="429350" y="1801500"/>
            <a:ext cx="16833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23" name="Google Shape;223;p47"/>
          <p:cNvSpPr txBox="1"/>
          <p:nvPr>
            <p:ph idx="4" type="subTitle"/>
          </p:nvPr>
        </p:nvSpPr>
        <p:spPr>
          <a:xfrm>
            <a:off x="429350" y="1286000"/>
            <a:ext cx="1683300" cy="431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
        <p:nvSpPr>
          <p:cNvPr id="224" name="Google Shape;224;p47"/>
          <p:cNvSpPr txBox="1"/>
          <p:nvPr>
            <p:ph idx="5" type="body"/>
          </p:nvPr>
        </p:nvSpPr>
        <p:spPr>
          <a:xfrm>
            <a:off x="4833813" y="1801500"/>
            <a:ext cx="16833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25" name="Google Shape;225;p47"/>
          <p:cNvSpPr txBox="1"/>
          <p:nvPr>
            <p:ph idx="6" type="subTitle"/>
          </p:nvPr>
        </p:nvSpPr>
        <p:spPr>
          <a:xfrm>
            <a:off x="4833813" y="1286000"/>
            <a:ext cx="1683300" cy="431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
        <p:nvSpPr>
          <p:cNvPr id="226" name="Google Shape;226;p47"/>
          <p:cNvSpPr txBox="1"/>
          <p:nvPr>
            <p:ph idx="7" type="body"/>
          </p:nvPr>
        </p:nvSpPr>
        <p:spPr>
          <a:xfrm>
            <a:off x="2631588" y="2360650"/>
            <a:ext cx="16833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27" name="Google Shape;227;p47"/>
          <p:cNvSpPr txBox="1"/>
          <p:nvPr>
            <p:ph idx="8" type="subTitle"/>
          </p:nvPr>
        </p:nvSpPr>
        <p:spPr>
          <a:xfrm>
            <a:off x="2631588" y="1845150"/>
            <a:ext cx="1683300" cy="431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
        <p:nvSpPr>
          <p:cNvPr id="228" name="Google Shape;228;p47"/>
          <p:cNvSpPr txBox="1"/>
          <p:nvPr>
            <p:ph idx="9" type="body"/>
          </p:nvPr>
        </p:nvSpPr>
        <p:spPr>
          <a:xfrm>
            <a:off x="7036075" y="2360650"/>
            <a:ext cx="16833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29" name="Google Shape;229;p47"/>
          <p:cNvSpPr txBox="1"/>
          <p:nvPr>
            <p:ph idx="13" type="subTitle"/>
          </p:nvPr>
        </p:nvSpPr>
        <p:spPr>
          <a:xfrm>
            <a:off x="7036075" y="1845150"/>
            <a:ext cx="1683300" cy="4317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phic">
  <p:cSld name="CUSTOM_8_1_1_1_1_1_1_1_1_1_1_1_1_1_1_1_1_1_1_1_1_1_1_1_1_1_1_1_1_1">
    <p:spTree>
      <p:nvGrpSpPr>
        <p:cNvPr id="230" name="Shape 230"/>
        <p:cNvGrpSpPr/>
        <p:nvPr/>
      </p:nvGrpSpPr>
      <p:grpSpPr>
        <a:xfrm>
          <a:off x="0" y="0"/>
          <a:ext cx="0" cy="0"/>
          <a:chOff x="0" y="0"/>
          <a:chExt cx="0" cy="0"/>
        </a:xfrm>
      </p:grpSpPr>
      <p:sp>
        <p:nvSpPr>
          <p:cNvPr id="231" name="Google Shape;231;p48"/>
          <p:cNvSpPr/>
          <p:nvPr/>
        </p:nvSpPr>
        <p:spPr>
          <a:xfrm>
            <a:off x="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232" name="Google Shape;232;p48"/>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33" name="Google Shape;233;p48"/>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34" name="Google Shape;234;p48"/>
          <p:cNvSpPr txBox="1"/>
          <p:nvPr>
            <p:ph idx="1" type="body"/>
          </p:nvPr>
        </p:nvSpPr>
        <p:spPr>
          <a:xfrm>
            <a:off x="337797" y="1044075"/>
            <a:ext cx="28395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35" name="Google Shape;235;p48"/>
          <p:cNvSpPr txBox="1"/>
          <p:nvPr>
            <p:ph idx="3" type="body"/>
          </p:nvPr>
        </p:nvSpPr>
        <p:spPr>
          <a:xfrm>
            <a:off x="5967566" y="1044075"/>
            <a:ext cx="28557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36" name="Google Shape;236;p48"/>
          <p:cNvSpPr txBox="1"/>
          <p:nvPr>
            <p:ph idx="4" type="body"/>
          </p:nvPr>
        </p:nvSpPr>
        <p:spPr>
          <a:xfrm>
            <a:off x="321474" y="3385428"/>
            <a:ext cx="28395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37" name="Google Shape;237;p48"/>
          <p:cNvSpPr txBox="1"/>
          <p:nvPr>
            <p:ph idx="5" type="body"/>
          </p:nvPr>
        </p:nvSpPr>
        <p:spPr>
          <a:xfrm>
            <a:off x="5951149" y="3385428"/>
            <a:ext cx="28557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38" name="Google Shape;238;p48"/>
          <p:cNvSpPr txBox="1"/>
          <p:nvPr>
            <p:ph idx="6" type="subTitle"/>
          </p:nvPr>
        </p:nvSpPr>
        <p:spPr>
          <a:xfrm>
            <a:off x="3505113" y="2005475"/>
            <a:ext cx="1000200" cy="1722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000"/>
            </a:lvl1pPr>
            <a:lvl2pPr lvl="1" algn="ctr">
              <a:lnSpc>
                <a:spcPct val="100000"/>
              </a:lnSpc>
              <a:spcBef>
                <a:spcPts val="0"/>
              </a:spcBef>
              <a:spcAft>
                <a:spcPts val="0"/>
              </a:spcAft>
              <a:buSzPts val="1200"/>
              <a:buNone/>
              <a:defRPr sz="1000"/>
            </a:lvl2pPr>
            <a:lvl3pPr lvl="2" algn="ctr">
              <a:lnSpc>
                <a:spcPct val="100000"/>
              </a:lnSpc>
              <a:spcBef>
                <a:spcPts val="0"/>
              </a:spcBef>
              <a:spcAft>
                <a:spcPts val="0"/>
              </a:spcAft>
              <a:buSzPts val="1200"/>
              <a:buNone/>
              <a:defRPr sz="1000"/>
            </a:lvl3pPr>
            <a:lvl4pPr lvl="3" algn="ctr">
              <a:lnSpc>
                <a:spcPct val="100000"/>
              </a:lnSpc>
              <a:spcBef>
                <a:spcPts val="0"/>
              </a:spcBef>
              <a:spcAft>
                <a:spcPts val="0"/>
              </a:spcAft>
              <a:buSzPts val="1200"/>
              <a:buNone/>
              <a:defRPr sz="1000"/>
            </a:lvl4pPr>
            <a:lvl5pPr lvl="4" algn="ctr">
              <a:lnSpc>
                <a:spcPct val="100000"/>
              </a:lnSpc>
              <a:spcBef>
                <a:spcPts val="0"/>
              </a:spcBef>
              <a:spcAft>
                <a:spcPts val="0"/>
              </a:spcAft>
              <a:buSzPts val="1200"/>
              <a:buNone/>
              <a:defRPr sz="1000"/>
            </a:lvl5pPr>
            <a:lvl6pPr lvl="5" algn="ctr">
              <a:lnSpc>
                <a:spcPct val="100000"/>
              </a:lnSpc>
              <a:spcBef>
                <a:spcPts val="0"/>
              </a:spcBef>
              <a:spcAft>
                <a:spcPts val="0"/>
              </a:spcAft>
              <a:buSzPts val="1200"/>
              <a:buNone/>
              <a:defRPr sz="1000"/>
            </a:lvl6pPr>
            <a:lvl7pPr lvl="6" algn="ctr">
              <a:lnSpc>
                <a:spcPct val="100000"/>
              </a:lnSpc>
              <a:spcBef>
                <a:spcPts val="0"/>
              </a:spcBef>
              <a:spcAft>
                <a:spcPts val="0"/>
              </a:spcAft>
              <a:buSzPts val="1200"/>
              <a:buNone/>
              <a:defRPr sz="1000"/>
            </a:lvl7pPr>
            <a:lvl8pPr lvl="7" algn="ctr">
              <a:lnSpc>
                <a:spcPct val="100000"/>
              </a:lnSpc>
              <a:spcBef>
                <a:spcPts val="0"/>
              </a:spcBef>
              <a:spcAft>
                <a:spcPts val="0"/>
              </a:spcAft>
              <a:buSzPts val="1200"/>
              <a:buNone/>
              <a:defRPr sz="1000"/>
            </a:lvl8pPr>
            <a:lvl9pPr lvl="8" algn="ctr">
              <a:lnSpc>
                <a:spcPct val="100000"/>
              </a:lnSpc>
              <a:spcBef>
                <a:spcPts val="0"/>
              </a:spcBef>
              <a:spcAft>
                <a:spcPts val="0"/>
              </a:spcAft>
              <a:buSzPts val="1200"/>
              <a:buNone/>
              <a:defRPr sz="1000"/>
            </a:lvl9pPr>
          </a:lstStyle>
          <a:p/>
        </p:txBody>
      </p:sp>
      <p:sp>
        <p:nvSpPr>
          <p:cNvPr id="239" name="Google Shape;239;p48"/>
          <p:cNvSpPr txBox="1"/>
          <p:nvPr>
            <p:ph idx="7" type="subTitle"/>
          </p:nvPr>
        </p:nvSpPr>
        <p:spPr>
          <a:xfrm>
            <a:off x="4638638" y="2005475"/>
            <a:ext cx="1000200" cy="1722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000"/>
            </a:lvl1pPr>
            <a:lvl2pPr lvl="1" algn="ctr">
              <a:lnSpc>
                <a:spcPct val="100000"/>
              </a:lnSpc>
              <a:spcBef>
                <a:spcPts val="0"/>
              </a:spcBef>
              <a:spcAft>
                <a:spcPts val="0"/>
              </a:spcAft>
              <a:buSzPts val="1200"/>
              <a:buNone/>
              <a:defRPr sz="1000"/>
            </a:lvl2pPr>
            <a:lvl3pPr lvl="2" algn="ctr">
              <a:lnSpc>
                <a:spcPct val="100000"/>
              </a:lnSpc>
              <a:spcBef>
                <a:spcPts val="0"/>
              </a:spcBef>
              <a:spcAft>
                <a:spcPts val="0"/>
              </a:spcAft>
              <a:buSzPts val="1200"/>
              <a:buNone/>
              <a:defRPr sz="1000"/>
            </a:lvl3pPr>
            <a:lvl4pPr lvl="3" algn="ctr">
              <a:lnSpc>
                <a:spcPct val="100000"/>
              </a:lnSpc>
              <a:spcBef>
                <a:spcPts val="0"/>
              </a:spcBef>
              <a:spcAft>
                <a:spcPts val="0"/>
              </a:spcAft>
              <a:buSzPts val="1200"/>
              <a:buNone/>
              <a:defRPr sz="1000"/>
            </a:lvl4pPr>
            <a:lvl5pPr lvl="4" algn="ctr">
              <a:lnSpc>
                <a:spcPct val="100000"/>
              </a:lnSpc>
              <a:spcBef>
                <a:spcPts val="0"/>
              </a:spcBef>
              <a:spcAft>
                <a:spcPts val="0"/>
              </a:spcAft>
              <a:buSzPts val="1200"/>
              <a:buNone/>
              <a:defRPr sz="1000"/>
            </a:lvl5pPr>
            <a:lvl6pPr lvl="5" algn="ctr">
              <a:lnSpc>
                <a:spcPct val="100000"/>
              </a:lnSpc>
              <a:spcBef>
                <a:spcPts val="0"/>
              </a:spcBef>
              <a:spcAft>
                <a:spcPts val="0"/>
              </a:spcAft>
              <a:buSzPts val="1200"/>
              <a:buNone/>
              <a:defRPr sz="1000"/>
            </a:lvl6pPr>
            <a:lvl7pPr lvl="6" algn="ctr">
              <a:lnSpc>
                <a:spcPct val="100000"/>
              </a:lnSpc>
              <a:spcBef>
                <a:spcPts val="0"/>
              </a:spcBef>
              <a:spcAft>
                <a:spcPts val="0"/>
              </a:spcAft>
              <a:buSzPts val="1200"/>
              <a:buNone/>
              <a:defRPr sz="1000"/>
            </a:lvl7pPr>
            <a:lvl8pPr lvl="7" algn="ctr">
              <a:lnSpc>
                <a:spcPct val="100000"/>
              </a:lnSpc>
              <a:spcBef>
                <a:spcPts val="0"/>
              </a:spcBef>
              <a:spcAft>
                <a:spcPts val="0"/>
              </a:spcAft>
              <a:buSzPts val="1200"/>
              <a:buNone/>
              <a:defRPr sz="1000"/>
            </a:lvl8pPr>
            <a:lvl9pPr lvl="8" algn="ctr">
              <a:lnSpc>
                <a:spcPct val="100000"/>
              </a:lnSpc>
              <a:spcBef>
                <a:spcPts val="0"/>
              </a:spcBef>
              <a:spcAft>
                <a:spcPts val="0"/>
              </a:spcAft>
              <a:buSzPts val="1200"/>
              <a:buNone/>
              <a:defRPr sz="1000"/>
            </a:lvl9pPr>
          </a:lstStyle>
          <a:p/>
        </p:txBody>
      </p:sp>
      <p:sp>
        <p:nvSpPr>
          <p:cNvPr id="240" name="Google Shape;240;p48"/>
          <p:cNvSpPr txBox="1"/>
          <p:nvPr>
            <p:ph idx="8" type="subTitle"/>
          </p:nvPr>
        </p:nvSpPr>
        <p:spPr>
          <a:xfrm>
            <a:off x="3505525" y="2965825"/>
            <a:ext cx="1000200" cy="1722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000"/>
            </a:lvl1pPr>
            <a:lvl2pPr lvl="1" algn="ctr">
              <a:lnSpc>
                <a:spcPct val="100000"/>
              </a:lnSpc>
              <a:spcBef>
                <a:spcPts val="0"/>
              </a:spcBef>
              <a:spcAft>
                <a:spcPts val="0"/>
              </a:spcAft>
              <a:buSzPts val="1200"/>
              <a:buNone/>
              <a:defRPr sz="1000"/>
            </a:lvl2pPr>
            <a:lvl3pPr lvl="2" algn="ctr">
              <a:lnSpc>
                <a:spcPct val="100000"/>
              </a:lnSpc>
              <a:spcBef>
                <a:spcPts val="0"/>
              </a:spcBef>
              <a:spcAft>
                <a:spcPts val="0"/>
              </a:spcAft>
              <a:buSzPts val="1200"/>
              <a:buNone/>
              <a:defRPr sz="1000"/>
            </a:lvl3pPr>
            <a:lvl4pPr lvl="3" algn="ctr">
              <a:lnSpc>
                <a:spcPct val="100000"/>
              </a:lnSpc>
              <a:spcBef>
                <a:spcPts val="0"/>
              </a:spcBef>
              <a:spcAft>
                <a:spcPts val="0"/>
              </a:spcAft>
              <a:buSzPts val="1200"/>
              <a:buNone/>
              <a:defRPr sz="1000"/>
            </a:lvl4pPr>
            <a:lvl5pPr lvl="4" algn="ctr">
              <a:lnSpc>
                <a:spcPct val="100000"/>
              </a:lnSpc>
              <a:spcBef>
                <a:spcPts val="0"/>
              </a:spcBef>
              <a:spcAft>
                <a:spcPts val="0"/>
              </a:spcAft>
              <a:buSzPts val="1200"/>
              <a:buNone/>
              <a:defRPr sz="1000"/>
            </a:lvl5pPr>
            <a:lvl6pPr lvl="5" algn="ctr">
              <a:lnSpc>
                <a:spcPct val="100000"/>
              </a:lnSpc>
              <a:spcBef>
                <a:spcPts val="0"/>
              </a:spcBef>
              <a:spcAft>
                <a:spcPts val="0"/>
              </a:spcAft>
              <a:buSzPts val="1200"/>
              <a:buNone/>
              <a:defRPr sz="1000"/>
            </a:lvl6pPr>
            <a:lvl7pPr lvl="6" algn="ctr">
              <a:lnSpc>
                <a:spcPct val="100000"/>
              </a:lnSpc>
              <a:spcBef>
                <a:spcPts val="0"/>
              </a:spcBef>
              <a:spcAft>
                <a:spcPts val="0"/>
              </a:spcAft>
              <a:buSzPts val="1200"/>
              <a:buNone/>
              <a:defRPr sz="1000"/>
            </a:lvl7pPr>
            <a:lvl8pPr lvl="7" algn="ctr">
              <a:lnSpc>
                <a:spcPct val="100000"/>
              </a:lnSpc>
              <a:spcBef>
                <a:spcPts val="0"/>
              </a:spcBef>
              <a:spcAft>
                <a:spcPts val="0"/>
              </a:spcAft>
              <a:buSzPts val="1200"/>
              <a:buNone/>
              <a:defRPr sz="1000"/>
            </a:lvl8pPr>
            <a:lvl9pPr lvl="8" algn="ctr">
              <a:lnSpc>
                <a:spcPct val="100000"/>
              </a:lnSpc>
              <a:spcBef>
                <a:spcPts val="0"/>
              </a:spcBef>
              <a:spcAft>
                <a:spcPts val="0"/>
              </a:spcAft>
              <a:buSzPts val="1200"/>
              <a:buNone/>
              <a:defRPr sz="1000"/>
            </a:lvl9pPr>
          </a:lstStyle>
          <a:p/>
        </p:txBody>
      </p:sp>
      <p:sp>
        <p:nvSpPr>
          <p:cNvPr id="241" name="Google Shape;241;p48"/>
          <p:cNvSpPr txBox="1"/>
          <p:nvPr>
            <p:ph idx="9" type="subTitle"/>
          </p:nvPr>
        </p:nvSpPr>
        <p:spPr>
          <a:xfrm>
            <a:off x="4639050" y="2965825"/>
            <a:ext cx="1000200" cy="1722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000"/>
            </a:lvl1pPr>
            <a:lvl2pPr lvl="1" algn="ctr">
              <a:lnSpc>
                <a:spcPct val="100000"/>
              </a:lnSpc>
              <a:spcBef>
                <a:spcPts val="0"/>
              </a:spcBef>
              <a:spcAft>
                <a:spcPts val="0"/>
              </a:spcAft>
              <a:buSzPts val="1200"/>
              <a:buNone/>
              <a:defRPr sz="1000"/>
            </a:lvl2pPr>
            <a:lvl3pPr lvl="2" algn="ctr">
              <a:lnSpc>
                <a:spcPct val="100000"/>
              </a:lnSpc>
              <a:spcBef>
                <a:spcPts val="0"/>
              </a:spcBef>
              <a:spcAft>
                <a:spcPts val="0"/>
              </a:spcAft>
              <a:buSzPts val="1200"/>
              <a:buNone/>
              <a:defRPr sz="1000"/>
            </a:lvl3pPr>
            <a:lvl4pPr lvl="3" algn="ctr">
              <a:lnSpc>
                <a:spcPct val="100000"/>
              </a:lnSpc>
              <a:spcBef>
                <a:spcPts val="0"/>
              </a:spcBef>
              <a:spcAft>
                <a:spcPts val="0"/>
              </a:spcAft>
              <a:buSzPts val="1200"/>
              <a:buNone/>
              <a:defRPr sz="1000"/>
            </a:lvl4pPr>
            <a:lvl5pPr lvl="4" algn="ctr">
              <a:lnSpc>
                <a:spcPct val="100000"/>
              </a:lnSpc>
              <a:spcBef>
                <a:spcPts val="0"/>
              </a:spcBef>
              <a:spcAft>
                <a:spcPts val="0"/>
              </a:spcAft>
              <a:buSzPts val="1200"/>
              <a:buNone/>
              <a:defRPr sz="1000"/>
            </a:lvl5pPr>
            <a:lvl6pPr lvl="5" algn="ctr">
              <a:lnSpc>
                <a:spcPct val="100000"/>
              </a:lnSpc>
              <a:spcBef>
                <a:spcPts val="0"/>
              </a:spcBef>
              <a:spcAft>
                <a:spcPts val="0"/>
              </a:spcAft>
              <a:buSzPts val="1200"/>
              <a:buNone/>
              <a:defRPr sz="1000"/>
            </a:lvl6pPr>
            <a:lvl7pPr lvl="6" algn="ctr">
              <a:lnSpc>
                <a:spcPct val="100000"/>
              </a:lnSpc>
              <a:spcBef>
                <a:spcPts val="0"/>
              </a:spcBef>
              <a:spcAft>
                <a:spcPts val="0"/>
              </a:spcAft>
              <a:buSzPts val="1200"/>
              <a:buNone/>
              <a:defRPr sz="1000"/>
            </a:lvl7pPr>
            <a:lvl8pPr lvl="7" algn="ctr">
              <a:lnSpc>
                <a:spcPct val="100000"/>
              </a:lnSpc>
              <a:spcBef>
                <a:spcPts val="0"/>
              </a:spcBef>
              <a:spcAft>
                <a:spcPts val="0"/>
              </a:spcAft>
              <a:buSzPts val="1200"/>
              <a:buNone/>
              <a:defRPr sz="1000"/>
            </a:lvl8pPr>
            <a:lvl9pPr lvl="8" algn="ctr">
              <a:lnSpc>
                <a:spcPct val="100000"/>
              </a:lnSpc>
              <a:spcBef>
                <a:spcPts val="0"/>
              </a:spcBef>
              <a:spcAft>
                <a:spcPts val="0"/>
              </a:spcAft>
              <a:buSzPts val="1200"/>
              <a:buNone/>
              <a:defRPr sz="1000"/>
            </a:lvl9pPr>
          </a:lstStyle>
          <a:p/>
        </p:txBody>
      </p:sp>
      <p:sp>
        <p:nvSpPr>
          <p:cNvPr id="242" name="Google Shape;242;p48"/>
          <p:cNvSpPr txBox="1"/>
          <p:nvPr>
            <p:ph idx="13" type="subTitle"/>
          </p:nvPr>
        </p:nvSpPr>
        <p:spPr>
          <a:xfrm>
            <a:off x="4319044" y="2485650"/>
            <a:ext cx="506700" cy="172200"/>
          </a:xfrm>
          <a:prstGeom prst="rect">
            <a:avLst/>
          </a:prstGeom>
          <a:noFill/>
          <a:ln>
            <a:noFill/>
          </a:ln>
        </p:spPr>
        <p:txBody>
          <a:bodyPr anchorCtr="0" anchor="ctr" bIns="0" lIns="0" spcFirstLastPara="1" rIns="0" wrap="square" tIns="0">
            <a:noAutofit/>
          </a:bodyPr>
          <a:lstStyle>
            <a:lvl1pPr lvl="0" algn="ctr">
              <a:lnSpc>
                <a:spcPct val="100000"/>
              </a:lnSpc>
              <a:spcBef>
                <a:spcPts val="0"/>
              </a:spcBef>
              <a:spcAft>
                <a:spcPts val="0"/>
              </a:spcAft>
              <a:buSzPts val="1200"/>
              <a:buNone/>
              <a:defRPr sz="1000"/>
            </a:lvl1pPr>
            <a:lvl2pPr lvl="1" algn="ctr">
              <a:lnSpc>
                <a:spcPct val="100000"/>
              </a:lnSpc>
              <a:spcBef>
                <a:spcPts val="0"/>
              </a:spcBef>
              <a:spcAft>
                <a:spcPts val="0"/>
              </a:spcAft>
              <a:buSzPts val="1200"/>
              <a:buNone/>
              <a:defRPr sz="1000"/>
            </a:lvl2pPr>
            <a:lvl3pPr lvl="2" algn="ctr">
              <a:lnSpc>
                <a:spcPct val="100000"/>
              </a:lnSpc>
              <a:spcBef>
                <a:spcPts val="0"/>
              </a:spcBef>
              <a:spcAft>
                <a:spcPts val="0"/>
              </a:spcAft>
              <a:buSzPts val="1200"/>
              <a:buNone/>
              <a:defRPr sz="1000"/>
            </a:lvl3pPr>
            <a:lvl4pPr lvl="3" algn="ctr">
              <a:lnSpc>
                <a:spcPct val="100000"/>
              </a:lnSpc>
              <a:spcBef>
                <a:spcPts val="0"/>
              </a:spcBef>
              <a:spcAft>
                <a:spcPts val="0"/>
              </a:spcAft>
              <a:buSzPts val="1200"/>
              <a:buNone/>
              <a:defRPr sz="1000"/>
            </a:lvl4pPr>
            <a:lvl5pPr lvl="4" algn="ctr">
              <a:lnSpc>
                <a:spcPct val="100000"/>
              </a:lnSpc>
              <a:spcBef>
                <a:spcPts val="0"/>
              </a:spcBef>
              <a:spcAft>
                <a:spcPts val="0"/>
              </a:spcAft>
              <a:buSzPts val="1200"/>
              <a:buNone/>
              <a:defRPr sz="1000"/>
            </a:lvl5pPr>
            <a:lvl6pPr lvl="5" algn="ctr">
              <a:lnSpc>
                <a:spcPct val="100000"/>
              </a:lnSpc>
              <a:spcBef>
                <a:spcPts val="0"/>
              </a:spcBef>
              <a:spcAft>
                <a:spcPts val="0"/>
              </a:spcAft>
              <a:buSzPts val="1200"/>
              <a:buNone/>
              <a:defRPr sz="1000"/>
            </a:lvl6pPr>
            <a:lvl7pPr lvl="6" algn="ctr">
              <a:lnSpc>
                <a:spcPct val="100000"/>
              </a:lnSpc>
              <a:spcBef>
                <a:spcPts val="0"/>
              </a:spcBef>
              <a:spcAft>
                <a:spcPts val="0"/>
              </a:spcAft>
              <a:buSzPts val="1200"/>
              <a:buNone/>
              <a:defRPr sz="1000"/>
            </a:lvl7pPr>
            <a:lvl8pPr lvl="7" algn="ctr">
              <a:lnSpc>
                <a:spcPct val="100000"/>
              </a:lnSpc>
              <a:spcBef>
                <a:spcPts val="0"/>
              </a:spcBef>
              <a:spcAft>
                <a:spcPts val="0"/>
              </a:spcAft>
              <a:buSzPts val="1200"/>
              <a:buNone/>
              <a:defRPr sz="1000"/>
            </a:lvl8pPr>
            <a:lvl9pPr lvl="8" algn="ctr">
              <a:lnSpc>
                <a:spcPct val="100000"/>
              </a:lnSpc>
              <a:spcBef>
                <a:spcPts val="0"/>
              </a:spcBef>
              <a:spcAft>
                <a:spcPts val="0"/>
              </a:spcAft>
              <a:buSzPts val="1200"/>
              <a:buNone/>
              <a:defRPr sz="1000"/>
            </a:lvl9pPr>
          </a:lstStyle>
          <a:p/>
        </p:txBody>
      </p:sp>
      <p:sp>
        <p:nvSpPr>
          <p:cNvPr id="243" name="Google Shape;243;p48"/>
          <p:cNvSpPr txBox="1"/>
          <p:nvPr>
            <p:ph idx="14"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1">
  <p:cSld name="CUSTOM_8_1_1_1_1_1_1_1_1_1_1_1_1_1_1_1_1_1_1_1_1_1_1_1_1_1_1_1_1_1_1_1">
    <p:spTree>
      <p:nvGrpSpPr>
        <p:cNvPr id="244" name="Shape 244"/>
        <p:cNvGrpSpPr/>
        <p:nvPr/>
      </p:nvGrpSpPr>
      <p:grpSpPr>
        <a:xfrm>
          <a:off x="0" y="0"/>
          <a:ext cx="0" cy="0"/>
          <a:chOff x="0" y="0"/>
          <a:chExt cx="0" cy="0"/>
        </a:xfrm>
      </p:grpSpPr>
      <p:sp>
        <p:nvSpPr>
          <p:cNvPr id="245" name="Google Shape;245;p49"/>
          <p:cNvSpPr/>
          <p:nvPr/>
        </p:nvSpPr>
        <p:spPr>
          <a:xfrm flipH="1" rot="5400000">
            <a:off x="6563025" y="657900"/>
            <a:ext cx="1358100" cy="3792600"/>
          </a:xfrm>
          <a:prstGeom prst="rect">
            <a:avLst/>
          </a:prstGeom>
          <a:gradFill>
            <a:gsLst>
              <a:gs pos="0">
                <a:schemeClr val="accent4"/>
              </a:gs>
              <a:gs pos="100000">
                <a:schemeClr val="lt2"/>
              </a:gs>
            </a:gsLst>
            <a:lin ang="1350003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Jost"/>
              <a:ea typeface="Jost"/>
              <a:cs typeface="Jost"/>
              <a:sym typeface="Jost"/>
            </a:endParaRPr>
          </a:p>
        </p:txBody>
      </p:sp>
      <p:sp>
        <p:nvSpPr>
          <p:cNvPr id="246" name="Google Shape;246;p49"/>
          <p:cNvSpPr/>
          <p:nvPr/>
        </p:nvSpPr>
        <p:spPr>
          <a:xfrm rot="5400000">
            <a:off x="580600" y="1292250"/>
            <a:ext cx="1358100" cy="25239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Jost"/>
              <a:ea typeface="Jost"/>
              <a:cs typeface="Jost"/>
              <a:sym typeface="Jost"/>
            </a:endParaRPr>
          </a:p>
        </p:txBody>
      </p:sp>
      <p:pic>
        <p:nvPicPr>
          <p:cNvPr descr="A landscape shot of a marshland at dusk. " id="247" name="Google Shape;247;p49"/>
          <p:cNvPicPr preferRelativeResize="0"/>
          <p:nvPr/>
        </p:nvPicPr>
        <p:blipFill rotWithShape="1">
          <a:blip r:embed="rId2">
            <a:alphaModFix/>
          </a:blip>
          <a:srcRect b="14406" l="0" r="0" t="14413"/>
          <a:stretch/>
        </p:blipFill>
        <p:spPr>
          <a:xfrm>
            <a:off x="2517525" y="1875150"/>
            <a:ext cx="2822973" cy="1350004"/>
          </a:xfrm>
          <a:prstGeom prst="rect">
            <a:avLst/>
          </a:prstGeom>
          <a:noFill/>
          <a:ln>
            <a:noFill/>
          </a:ln>
        </p:spPr>
      </p:pic>
      <p:sp>
        <p:nvSpPr>
          <p:cNvPr id="248" name="Google Shape;248;p49"/>
          <p:cNvSpPr txBox="1"/>
          <p:nvPr>
            <p:ph idx="1" type="body"/>
          </p:nvPr>
        </p:nvSpPr>
        <p:spPr>
          <a:xfrm>
            <a:off x="3272950" y="2558125"/>
            <a:ext cx="1149900" cy="5049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49" name="Google Shape;249;p49"/>
          <p:cNvSpPr txBox="1"/>
          <p:nvPr>
            <p:ph idx="2" type="body"/>
          </p:nvPr>
        </p:nvSpPr>
        <p:spPr>
          <a:xfrm>
            <a:off x="1806550" y="2558125"/>
            <a:ext cx="1149900" cy="5049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50" name="Google Shape;250;p49"/>
          <p:cNvSpPr txBox="1"/>
          <p:nvPr>
            <p:ph idx="3" type="body"/>
          </p:nvPr>
        </p:nvSpPr>
        <p:spPr>
          <a:xfrm>
            <a:off x="335425" y="1201925"/>
            <a:ext cx="1149900" cy="5028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51" name="Google Shape;251;p49"/>
          <p:cNvSpPr txBox="1"/>
          <p:nvPr>
            <p:ph idx="4" type="body"/>
          </p:nvPr>
        </p:nvSpPr>
        <p:spPr>
          <a:xfrm>
            <a:off x="4721725" y="1229725"/>
            <a:ext cx="1149900" cy="5049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52" name="Google Shape;252;p49"/>
          <p:cNvSpPr txBox="1"/>
          <p:nvPr>
            <p:ph idx="5" type="body"/>
          </p:nvPr>
        </p:nvSpPr>
        <p:spPr>
          <a:xfrm>
            <a:off x="6193925" y="2623525"/>
            <a:ext cx="1149900" cy="5049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53" name="Google Shape;253;p49"/>
          <p:cNvSpPr txBox="1"/>
          <p:nvPr>
            <p:ph idx="6" type="subTitle"/>
          </p:nvPr>
        </p:nvSpPr>
        <p:spPr>
          <a:xfrm>
            <a:off x="3273038" y="3269975"/>
            <a:ext cx="1149900" cy="431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
        <p:nvSpPr>
          <p:cNvPr id="254" name="Google Shape;254;p49"/>
          <p:cNvSpPr txBox="1"/>
          <p:nvPr>
            <p:ph idx="7" type="subTitle"/>
          </p:nvPr>
        </p:nvSpPr>
        <p:spPr>
          <a:xfrm>
            <a:off x="1806638" y="3269975"/>
            <a:ext cx="1149900" cy="431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
        <p:nvSpPr>
          <p:cNvPr id="255" name="Google Shape;255;p49"/>
          <p:cNvSpPr txBox="1"/>
          <p:nvPr>
            <p:ph idx="8" type="subTitle"/>
          </p:nvPr>
        </p:nvSpPr>
        <p:spPr>
          <a:xfrm>
            <a:off x="335513" y="1913775"/>
            <a:ext cx="1149900" cy="431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
        <p:nvSpPr>
          <p:cNvPr id="256" name="Google Shape;256;p49"/>
          <p:cNvSpPr txBox="1"/>
          <p:nvPr>
            <p:ph idx="9" type="subTitle"/>
          </p:nvPr>
        </p:nvSpPr>
        <p:spPr>
          <a:xfrm>
            <a:off x="4721813" y="1941575"/>
            <a:ext cx="1149900" cy="431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
        <p:nvSpPr>
          <p:cNvPr id="257" name="Google Shape;257;p49"/>
          <p:cNvSpPr txBox="1"/>
          <p:nvPr>
            <p:ph idx="13" type="subTitle"/>
          </p:nvPr>
        </p:nvSpPr>
        <p:spPr>
          <a:xfrm>
            <a:off x="6194013" y="3335375"/>
            <a:ext cx="1149900" cy="431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
        <p:nvSpPr>
          <p:cNvPr id="258" name="Google Shape;258;p49"/>
          <p:cNvSpPr txBox="1"/>
          <p:nvPr>
            <p:ph idx="14" type="subTitle"/>
          </p:nvPr>
        </p:nvSpPr>
        <p:spPr>
          <a:xfrm>
            <a:off x="7658713" y="4312650"/>
            <a:ext cx="1149900" cy="431700"/>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SzPts val="1200"/>
              <a:buNone/>
              <a:defRPr sz="1200"/>
            </a:lvl1pPr>
            <a:lvl2pPr lvl="1" algn="l">
              <a:lnSpc>
                <a:spcPct val="95000"/>
              </a:lnSpc>
              <a:spcBef>
                <a:spcPts val="0"/>
              </a:spcBef>
              <a:spcAft>
                <a:spcPts val="0"/>
              </a:spcAft>
              <a:buSzPts val="1200"/>
              <a:buNone/>
              <a:defRPr sz="1200"/>
            </a:lvl2pPr>
            <a:lvl3pPr lvl="2" algn="l">
              <a:lnSpc>
                <a:spcPct val="95000"/>
              </a:lnSpc>
              <a:spcBef>
                <a:spcPts val="0"/>
              </a:spcBef>
              <a:spcAft>
                <a:spcPts val="0"/>
              </a:spcAft>
              <a:buSzPts val="1200"/>
              <a:buNone/>
              <a:defRPr sz="1200"/>
            </a:lvl3pPr>
            <a:lvl4pPr lvl="3" algn="l">
              <a:lnSpc>
                <a:spcPct val="95000"/>
              </a:lnSpc>
              <a:spcBef>
                <a:spcPts val="0"/>
              </a:spcBef>
              <a:spcAft>
                <a:spcPts val="0"/>
              </a:spcAft>
              <a:buSzPts val="1200"/>
              <a:buNone/>
              <a:defRPr sz="1200"/>
            </a:lvl4pPr>
            <a:lvl5pPr lvl="4" algn="l">
              <a:lnSpc>
                <a:spcPct val="95000"/>
              </a:lnSpc>
              <a:spcBef>
                <a:spcPts val="0"/>
              </a:spcBef>
              <a:spcAft>
                <a:spcPts val="0"/>
              </a:spcAft>
              <a:buSzPts val="1200"/>
              <a:buNone/>
              <a:defRPr sz="1200"/>
            </a:lvl5pPr>
            <a:lvl6pPr lvl="5" algn="l">
              <a:lnSpc>
                <a:spcPct val="95000"/>
              </a:lnSpc>
              <a:spcBef>
                <a:spcPts val="0"/>
              </a:spcBef>
              <a:spcAft>
                <a:spcPts val="0"/>
              </a:spcAft>
              <a:buSzPts val="1200"/>
              <a:buNone/>
              <a:defRPr sz="1200"/>
            </a:lvl6pPr>
            <a:lvl7pPr lvl="6" algn="l">
              <a:lnSpc>
                <a:spcPct val="95000"/>
              </a:lnSpc>
              <a:spcBef>
                <a:spcPts val="0"/>
              </a:spcBef>
              <a:spcAft>
                <a:spcPts val="0"/>
              </a:spcAft>
              <a:buSzPts val="1200"/>
              <a:buNone/>
              <a:defRPr sz="1200"/>
            </a:lvl7pPr>
            <a:lvl8pPr lvl="7" algn="l">
              <a:lnSpc>
                <a:spcPct val="95000"/>
              </a:lnSpc>
              <a:spcBef>
                <a:spcPts val="0"/>
              </a:spcBef>
              <a:spcAft>
                <a:spcPts val="0"/>
              </a:spcAft>
              <a:buSzPts val="1200"/>
              <a:buNone/>
              <a:defRPr sz="1200"/>
            </a:lvl8pPr>
            <a:lvl9pPr lvl="8" algn="l">
              <a:lnSpc>
                <a:spcPct val="95000"/>
              </a:lnSpc>
              <a:spcBef>
                <a:spcPts val="0"/>
              </a:spcBef>
              <a:spcAft>
                <a:spcPts val="0"/>
              </a:spcAft>
              <a:buSzPts val="1200"/>
              <a:buNone/>
              <a:defRPr sz="1200"/>
            </a:lvl9pPr>
          </a:lstStyle>
          <a:p/>
        </p:txBody>
      </p:sp>
      <p:sp>
        <p:nvSpPr>
          <p:cNvPr id="259" name="Google Shape;259;p49"/>
          <p:cNvSpPr txBox="1"/>
          <p:nvPr>
            <p:ph idx="15" type="body"/>
          </p:nvPr>
        </p:nvSpPr>
        <p:spPr>
          <a:xfrm>
            <a:off x="7658625" y="3600800"/>
            <a:ext cx="1149900" cy="504900"/>
          </a:xfrm>
          <a:prstGeom prst="rect">
            <a:avLst/>
          </a:prstGeom>
          <a:noFill/>
          <a:ln>
            <a:noFill/>
          </a:ln>
        </p:spPr>
        <p:txBody>
          <a:bodyPr anchorCtr="0" anchor="t" bIns="0" lIns="0" spcFirstLastPara="1" rIns="0" wrap="square" tIns="0">
            <a:sp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60" name="Google Shape;260;p49"/>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61" name="Google Shape;261;p49"/>
          <p:cNvSpPr txBox="1"/>
          <p:nvPr>
            <p:ph idx="16"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62" name="Google Shape;262;p49"/>
          <p:cNvSpPr txBox="1"/>
          <p:nvPr>
            <p:ph idx="17"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 Alt 2">
  <p:cSld name="CUSTOM_8_1_1_1_1_1_1_1_1_1_1_1_1_1_1_1_1_1_1_1_1_1_1_1_1_1_1_1_1_1_1_1_1">
    <p:spTree>
      <p:nvGrpSpPr>
        <p:cNvPr id="263" name="Shape 263"/>
        <p:cNvGrpSpPr/>
        <p:nvPr/>
      </p:nvGrpSpPr>
      <p:grpSpPr>
        <a:xfrm>
          <a:off x="0" y="0"/>
          <a:ext cx="0" cy="0"/>
          <a:chOff x="0" y="0"/>
          <a:chExt cx="0" cy="0"/>
        </a:xfrm>
      </p:grpSpPr>
      <p:sp>
        <p:nvSpPr>
          <p:cNvPr id="264" name="Google Shape;264;p50"/>
          <p:cNvSpPr/>
          <p:nvPr/>
        </p:nvSpPr>
        <p:spPr>
          <a:xfrm flipH="1">
            <a:off x="5961300" y="0"/>
            <a:ext cx="3177300" cy="3177300"/>
          </a:xfrm>
          <a:prstGeom prst="rect">
            <a:avLst/>
          </a:prstGeom>
          <a:gradFill>
            <a:gsLst>
              <a:gs pos="0">
                <a:schemeClr val="lt2"/>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265" name="Google Shape;265;p50"/>
          <p:cNvSpPr/>
          <p:nvPr/>
        </p:nvSpPr>
        <p:spPr>
          <a:xfrm rot="5400000">
            <a:off x="3888975" y="-2016150"/>
            <a:ext cx="1358100" cy="9140700"/>
          </a:xfrm>
          <a:prstGeom prst="rect">
            <a:avLst/>
          </a:prstGeom>
          <a:gradFill>
            <a:gsLst>
              <a:gs pos="0">
                <a:schemeClr val="accent6"/>
              </a:gs>
              <a:gs pos="100000">
                <a:schemeClr val="lt2"/>
              </a:gs>
            </a:gsLst>
            <a:lin ang="16200038"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Jost"/>
              <a:ea typeface="Jost"/>
              <a:cs typeface="Jost"/>
              <a:sym typeface="Jost"/>
            </a:endParaRPr>
          </a:p>
        </p:txBody>
      </p:sp>
      <p:sp>
        <p:nvSpPr>
          <p:cNvPr id="266" name="Google Shape;266;p50"/>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Font typeface="Figtree"/>
              <a:buNone/>
              <a:defRPr sz="700"/>
            </a:lvl2pPr>
            <a:lvl3pPr lvl="2" algn="l">
              <a:lnSpc>
                <a:spcPct val="100000"/>
              </a:lnSpc>
              <a:spcBef>
                <a:spcPts val="0"/>
              </a:spcBef>
              <a:spcAft>
                <a:spcPts val="0"/>
              </a:spcAft>
              <a:buSzPts val="700"/>
              <a:buFont typeface="Figtree"/>
              <a:buNone/>
              <a:defRPr sz="700"/>
            </a:lvl3pPr>
            <a:lvl4pPr lvl="3" algn="l">
              <a:lnSpc>
                <a:spcPct val="100000"/>
              </a:lnSpc>
              <a:spcBef>
                <a:spcPts val="0"/>
              </a:spcBef>
              <a:spcAft>
                <a:spcPts val="0"/>
              </a:spcAft>
              <a:buSzPts val="700"/>
              <a:buFont typeface="Figtree"/>
              <a:buNone/>
              <a:defRPr sz="700"/>
            </a:lvl4pPr>
            <a:lvl5pPr lvl="4" algn="l">
              <a:lnSpc>
                <a:spcPct val="100000"/>
              </a:lnSpc>
              <a:spcBef>
                <a:spcPts val="0"/>
              </a:spcBef>
              <a:spcAft>
                <a:spcPts val="0"/>
              </a:spcAft>
              <a:buSzPts val="700"/>
              <a:buFont typeface="Figtree"/>
              <a:buNone/>
              <a:defRPr sz="700"/>
            </a:lvl5pPr>
            <a:lvl6pPr lvl="5" algn="l">
              <a:lnSpc>
                <a:spcPct val="100000"/>
              </a:lnSpc>
              <a:spcBef>
                <a:spcPts val="0"/>
              </a:spcBef>
              <a:spcAft>
                <a:spcPts val="0"/>
              </a:spcAft>
              <a:buSzPts val="700"/>
              <a:buFont typeface="Figtree"/>
              <a:buNone/>
              <a:defRPr sz="700"/>
            </a:lvl6pPr>
            <a:lvl7pPr lvl="6" algn="l">
              <a:lnSpc>
                <a:spcPct val="100000"/>
              </a:lnSpc>
              <a:spcBef>
                <a:spcPts val="0"/>
              </a:spcBef>
              <a:spcAft>
                <a:spcPts val="0"/>
              </a:spcAft>
              <a:buSzPts val="700"/>
              <a:buFont typeface="Figtree"/>
              <a:buNone/>
              <a:defRPr sz="700"/>
            </a:lvl7pPr>
            <a:lvl8pPr lvl="7" algn="l">
              <a:lnSpc>
                <a:spcPct val="100000"/>
              </a:lnSpc>
              <a:spcBef>
                <a:spcPts val="0"/>
              </a:spcBef>
              <a:spcAft>
                <a:spcPts val="0"/>
              </a:spcAft>
              <a:buSzPts val="700"/>
              <a:buFont typeface="Figtree"/>
              <a:buNone/>
              <a:defRPr sz="700"/>
            </a:lvl8pPr>
            <a:lvl9pPr lvl="8" algn="l">
              <a:lnSpc>
                <a:spcPct val="100000"/>
              </a:lnSpc>
              <a:spcBef>
                <a:spcPts val="0"/>
              </a:spcBef>
              <a:spcAft>
                <a:spcPts val="0"/>
              </a:spcAft>
              <a:buSzPts val="700"/>
              <a:buFont typeface="Figtree"/>
              <a:buNone/>
              <a:defRPr sz="700"/>
            </a:lvl9pPr>
          </a:lstStyle>
          <a:p/>
        </p:txBody>
      </p:sp>
      <p:sp>
        <p:nvSpPr>
          <p:cNvPr id="267" name="Google Shape;267;p50"/>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68" name="Google Shape;268;p50"/>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69" name="Google Shape;269;p50"/>
          <p:cNvSpPr txBox="1"/>
          <p:nvPr>
            <p:ph idx="1" type="subTitle"/>
          </p:nvPr>
        </p:nvSpPr>
        <p:spPr>
          <a:xfrm>
            <a:off x="486625" y="1307025"/>
            <a:ext cx="2281500" cy="2076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a:lvl1pPr>
            <a:lvl2pPr lvl="1" algn="l">
              <a:lnSpc>
                <a:spcPct val="95000"/>
              </a:lnSpc>
              <a:spcBef>
                <a:spcPts val="0"/>
              </a:spcBef>
              <a:spcAft>
                <a:spcPts val="0"/>
              </a:spcAft>
              <a:buSzPts val="1200"/>
              <a:buNone/>
              <a:defRPr/>
            </a:lvl2pPr>
            <a:lvl3pPr lvl="2" algn="l">
              <a:lnSpc>
                <a:spcPct val="95000"/>
              </a:lnSpc>
              <a:spcBef>
                <a:spcPts val="0"/>
              </a:spcBef>
              <a:spcAft>
                <a:spcPts val="0"/>
              </a:spcAft>
              <a:buSzPts val="1200"/>
              <a:buNone/>
              <a:defRPr/>
            </a:lvl3pPr>
            <a:lvl4pPr lvl="3" algn="l">
              <a:lnSpc>
                <a:spcPct val="95000"/>
              </a:lnSpc>
              <a:spcBef>
                <a:spcPts val="0"/>
              </a:spcBef>
              <a:spcAft>
                <a:spcPts val="0"/>
              </a:spcAft>
              <a:buSzPts val="1200"/>
              <a:buNone/>
              <a:defRPr/>
            </a:lvl4pPr>
            <a:lvl5pPr lvl="4" algn="l">
              <a:lnSpc>
                <a:spcPct val="95000"/>
              </a:lnSpc>
              <a:spcBef>
                <a:spcPts val="0"/>
              </a:spcBef>
              <a:spcAft>
                <a:spcPts val="0"/>
              </a:spcAft>
              <a:buSzPts val="1200"/>
              <a:buNone/>
              <a:defRPr/>
            </a:lvl5pPr>
            <a:lvl6pPr lvl="5" algn="l">
              <a:lnSpc>
                <a:spcPct val="95000"/>
              </a:lnSpc>
              <a:spcBef>
                <a:spcPts val="0"/>
              </a:spcBef>
              <a:spcAft>
                <a:spcPts val="0"/>
              </a:spcAft>
              <a:buSzPts val="1200"/>
              <a:buNone/>
              <a:defRPr/>
            </a:lvl6pPr>
            <a:lvl7pPr lvl="6" algn="l">
              <a:lnSpc>
                <a:spcPct val="95000"/>
              </a:lnSpc>
              <a:spcBef>
                <a:spcPts val="0"/>
              </a:spcBef>
              <a:spcAft>
                <a:spcPts val="0"/>
              </a:spcAft>
              <a:buSzPts val="1200"/>
              <a:buNone/>
              <a:defRPr/>
            </a:lvl7pPr>
            <a:lvl8pPr lvl="7" algn="l">
              <a:lnSpc>
                <a:spcPct val="95000"/>
              </a:lnSpc>
              <a:spcBef>
                <a:spcPts val="0"/>
              </a:spcBef>
              <a:spcAft>
                <a:spcPts val="0"/>
              </a:spcAft>
              <a:buSzPts val="1200"/>
              <a:buNone/>
              <a:defRPr/>
            </a:lvl8pPr>
            <a:lvl9pPr lvl="8" algn="l">
              <a:lnSpc>
                <a:spcPct val="95000"/>
              </a:lnSpc>
              <a:spcBef>
                <a:spcPts val="0"/>
              </a:spcBef>
              <a:spcAft>
                <a:spcPts val="0"/>
              </a:spcAft>
              <a:buSzPts val="1200"/>
              <a:buNone/>
              <a:defRPr/>
            </a:lvl9pPr>
          </a:lstStyle>
          <a:p/>
        </p:txBody>
      </p:sp>
      <p:sp>
        <p:nvSpPr>
          <p:cNvPr id="270" name="Google Shape;270;p50"/>
          <p:cNvSpPr txBox="1"/>
          <p:nvPr>
            <p:ph idx="4" type="body"/>
          </p:nvPr>
        </p:nvSpPr>
        <p:spPr>
          <a:xfrm>
            <a:off x="486650" y="1623430"/>
            <a:ext cx="22815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71" name="Google Shape;271;p50"/>
          <p:cNvSpPr txBox="1"/>
          <p:nvPr>
            <p:ph idx="5" type="subTitle"/>
          </p:nvPr>
        </p:nvSpPr>
        <p:spPr>
          <a:xfrm>
            <a:off x="3431225" y="1668075"/>
            <a:ext cx="2281500" cy="2076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a:lvl1pPr>
            <a:lvl2pPr lvl="1" algn="l">
              <a:lnSpc>
                <a:spcPct val="95000"/>
              </a:lnSpc>
              <a:spcBef>
                <a:spcPts val="0"/>
              </a:spcBef>
              <a:spcAft>
                <a:spcPts val="0"/>
              </a:spcAft>
              <a:buSzPts val="1200"/>
              <a:buNone/>
              <a:defRPr/>
            </a:lvl2pPr>
            <a:lvl3pPr lvl="2" algn="l">
              <a:lnSpc>
                <a:spcPct val="95000"/>
              </a:lnSpc>
              <a:spcBef>
                <a:spcPts val="0"/>
              </a:spcBef>
              <a:spcAft>
                <a:spcPts val="0"/>
              </a:spcAft>
              <a:buSzPts val="1200"/>
              <a:buNone/>
              <a:defRPr/>
            </a:lvl3pPr>
            <a:lvl4pPr lvl="3" algn="l">
              <a:lnSpc>
                <a:spcPct val="95000"/>
              </a:lnSpc>
              <a:spcBef>
                <a:spcPts val="0"/>
              </a:spcBef>
              <a:spcAft>
                <a:spcPts val="0"/>
              </a:spcAft>
              <a:buSzPts val="1200"/>
              <a:buNone/>
              <a:defRPr/>
            </a:lvl4pPr>
            <a:lvl5pPr lvl="4" algn="l">
              <a:lnSpc>
                <a:spcPct val="95000"/>
              </a:lnSpc>
              <a:spcBef>
                <a:spcPts val="0"/>
              </a:spcBef>
              <a:spcAft>
                <a:spcPts val="0"/>
              </a:spcAft>
              <a:buSzPts val="1200"/>
              <a:buNone/>
              <a:defRPr/>
            </a:lvl5pPr>
            <a:lvl6pPr lvl="5" algn="l">
              <a:lnSpc>
                <a:spcPct val="95000"/>
              </a:lnSpc>
              <a:spcBef>
                <a:spcPts val="0"/>
              </a:spcBef>
              <a:spcAft>
                <a:spcPts val="0"/>
              </a:spcAft>
              <a:buSzPts val="1200"/>
              <a:buNone/>
              <a:defRPr/>
            </a:lvl6pPr>
            <a:lvl7pPr lvl="6" algn="l">
              <a:lnSpc>
                <a:spcPct val="95000"/>
              </a:lnSpc>
              <a:spcBef>
                <a:spcPts val="0"/>
              </a:spcBef>
              <a:spcAft>
                <a:spcPts val="0"/>
              </a:spcAft>
              <a:buSzPts val="1200"/>
              <a:buNone/>
              <a:defRPr/>
            </a:lvl7pPr>
            <a:lvl8pPr lvl="7" algn="l">
              <a:lnSpc>
                <a:spcPct val="95000"/>
              </a:lnSpc>
              <a:spcBef>
                <a:spcPts val="0"/>
              </a:spcBef>
              <a:spcAft>
                <a:spcPts val="0"/>
              </a:spcAft>
              <a:buSzPts val="1200"/>
              <a:buNone/>
              <a:defRPr/>
            </a:lvl8pPr>
            <a:lvl9pPr lvl="8" algn="l">
              <a:lnSpc>
                <a:spcPct val="95000"/>
              </a:lnSpc>
              <a:spcBef>
                <a:spcPts val="0"/>
              </a:spcBef>
              <a:spcAft>
                <a:spcPts val="0"/>
              </a:spcAft>
              <a:buSzPts val="1200"/>
              <a:buNone/>
              <a:defRPr/>
            </a:lvl9pPr>
          </a:lstStyle>
          <a:p/>
        </p:txBody>
      </p:sp>
      <p:sp>
        <p:nvSpPr>
          <p:cNvPr id="272" name="Google Shape;272;p50"/>
          <p:cNvSpPr txBox="1"/>
          <p:nvPr>
            <p:ph idx="6" type="body"/>
          </p:nvPr>
        </p:nvSpPr>
        <p:spPr>
          <a:xfrm>
            <a:off x="3431250" y="1984480"/>
            <a:ext cx="22815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73" name="Google Shape;273;p50"/>
          <p:cNvSpPr txBox="1"/>
          <p:nvPr>
            <p:ph idx="7" type="subTitle"/>
          </p:nvPr>
        </p:nvSpPr>
        <p:spPr>
          <a:xfrm>
            <a:off x="6375825" y="1307025"/>
            <a:ext cx="2281500" cy="207600"/>
          </a:xfrm>
          <a:prstGeom prst="rect">
            <a:avLst/>
          </a:prstGeom>
          <a:noFill/>
          <a:ln>
            <a:noFill/>
          </a:ln>
        </p:spPr>
        <p:txBody>
          <a:bodyPr anchorCtr="0" anchor="t" bIns="0" lIns="0" spcFirstLastPara="1" rIns="0" wrap="square" tIns="0">
            <a:noAutofit/>
          </a:bodyPr>
          <a:lstStyle>
            <a:lvl1pPr lvl="0" algn="l">
              <a:lnSpc>
                <a:spcPct val="95000"/>
              </a:lnSpc>
              <a:spcBef>
                <a:spcPts val="0"/>
              </a:spcBef>
              <a:spcAft>
                <a:spcPts val="0"/>
              </a:spcAft>
              <a:buSzPts val="1200"/>
              <a:buNone/>
              <a:defRPr/>
            </a:lvl1pPr>
            <a:lvl2pPr lvl="1" algn="l">
              <a:lnSpc>
                <a:spcPct val="95000"/>
              </a:lnSpc>
              <a:spcBef>
                <a:spcPts val="0"/>
              </a:spcBef>
              <a:spcAft>
                <a:spcPts val="0"/>
              </a:spcAft>
              <a:buSzPts val="1200"/>
              <a:buNone/>
              <a:defRPr/>
            </a:lvl2pPr>
            <a:lvl3pPr lvl="2" algn="l">
              <a:lnSpc>
                <a:spcPct val="95000"/>
              </a:lnSpc>
              <a:spcBef>
                <a:spcPts val="0"/>
              </a:spcBef>
              <a:spcAft>
                <a:spcPts val="0"/>
              </a:spcAft>
              <a:buSzPts val="1200"/>
              <a:buNone/>
              <a:defRPr/>
            </a:lvl3pPr>
            <a:lvl4pPr lvl="3" algn="l">
              <a:lnSpc>
                <a:spcPct val="95000"/>
              </a:lnSpc>
              <a:spcBef>
                <a:spcPts val="0"/>
              </a:spcBef>
              <a:spcAft>
                <a:spcPts val="0"/>
              </a:spcAft>
              <a:buSzPts val="1200"/>
              <a:buNone/>
              <a:defRPr/>
            </a:lvl4pPr>
            <a:lvl5pPr lvl="4" algn="l">
              <a:lnSpc>
                <a:spcPct val="95000"/>
              </a:lnSpc>
              <a:spcBef>
                <a:spcPts val="0"/>
              </a:spcBef>
              <a:spcAft>
                <a:spcPts val="0"/>
              </a:spcAft>
              <a:buSzPts val="1200"/>
              <a:buNone/>
              <a:defRPr/>
            </a:lvl5pPr>
            <a:lvl6pPr lvl="5" algn="l">
              <a:lnSpc>
                <a:spcPct val="95000"/>
              </a:lnSpc>
              <a:spcBef>
                <a:spcPts val="0"/>
              </a:spcBef>
              <a:spcAft>
                <a:spcPts val="0"/>
              </a:spcAft>
              <a:buSzPts val="1200"/>
              <a:buNone/>
              <a:defRPr/>
            </a:lvl6pPr>
            <a:lvl7pPr lvl="6" algn="l">
              <a:lnSpc>
                <a:spcPct val="95000"/>
              </a:lnSpc>
              <a:spcBef>
                <a:spcPts val="0"/>
              </a:spcBef>
              <a:spcAft>
                <a:spcPts val="0"/>
              </a:spcAft>
              <a:buSzPts val="1200"/>
              <a:buNone/>
              <a:defRPr/>
            </a:lvl7pPr>
            <a:lvl8pPr lvl="7" algn="l">
              <a:lnSpc>
                <a:spcPct val="95000"/>
              </a:lnSpc>
              <a:spcBef>
                <a:spcPts val="0"/>
              </a:spcBef>
              <a:spcAft>
                <a:spcPts val="0"/>
              </a:spcAft>
              <a:buSzPts val="1200"/>
              <a:buNone/>
              <a:defRPr/>
            </a:lvl8pPr>
            <a:lvl9pPr lvl="8" algn="l">
              <a:lnSpc>
                <a:spcPct val="95000"/>
              </a:lnSpc>
              <a:spcBef>
                <a:spcPts val="0"/>
              </a:spcBef>
              <a:spcAft>
                <a:spcPts val="0"/>
              </a:spcAft>
              <a:buSzPts val="1200"/>
              <a:buNone/>
              <a:defRPr/>
            </a:lvl9pPr>
          </a:lstStyle>
          <a:p/>
        </p:txBody>
      </p:sp>
      <p:sp>
        <p:nvSpPr>
          <p:cNvPr id="274" name="Google Shape;274;p50"/>
          <p:cNvSpPr txBox="1"/>
          <p:nvPr>
            <p:ph idx="8" type="body"/>
          </p:nvPr>
        </p:nvSpPr>
        <p:spPr>
          <a:xfrm>
            <a:off x="6375850" y="1623430"/>
            <a:ext cx="2281500" cy="7140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trics display - Alt 1">
  <p:cSld name="CUSTOM_8_1_1_1_1_1_1_1_1_1_1_1_1_1_1_1_1_1_1_1_1_1_1_1_1_1_1_1_1_1_1_1_1_1">
    <p:spTree>
      <p:nvGrpSpPr>
        <p:cNvPr id="275" name="Shape 275"/>
        <p:cNvGrpSpPr/>
        <p:nvPr/>
      </p:nvGrpSpPr>
      <p:grpSpPr>
        <a:xfrm>
          <a:off x="0" y="0"/>
          <a:ext cx="0" cy="0"/>
          <a:chOff x="0" y="0"/>
          <a:chExt cx="0" cy="0"/>
        </a:xfrm>
      </p:grpSpPr>
      <p:sp>
        <p:nvSpPr>
          <p:cNvPr id="276" name="Google Shape;276;p51"/>
          <p:cNvSpPr/>
          <p:nvPr/>
        </p:nvSpPr>
        <p:spPr>
          <a:xfrm>
            <a:off x="7529650" y="250"/>
            <a:ext cx="1614900" cy="5147700"/>
          </a:xfrm>
          <a:prstGeom prst="rect">
            <a:avLst/>
          </a:prstGeom>
          <a:gradFill>
            <a:gsLst>
              <a:gs pos="0">
                <a:schemeClr val="accent6"/>
              </a:gs>
              <a:gs pos="100000">
                <a:schemeClr val="lt2"/>
              </a:gs>
            </a:gsLst>
            <a:lin ang="5400700"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277" name="Google Shape;277;p51"/>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78" name="Google Shape;278;p51"/>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79" name="Google Shape;279;p51"/>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80" name="Google Shape;280;p51"/>
          <p:cNvSpPr txBox="1"/>
          <p:nvPr>
            <p:ph idx="1" type="body"/>
          </p:nvPr>
        </p:nvSpPr>
        <p:spPr>
          <a:xfrm>
            <a:off x="230075" y="990150"/>
            <a:ext cx="3612900" cy="353400"/>
          </a:xfrm>
          <a:prstGeom prst="rect">
            <a:avLst/>
          </a:prstGeom>
          <a:noFill/>
          <a:ln>
            <a:noFill/>
          </a:ln>
        </p:spPr>
        <p:txBody>
          <a:bodyPr anchorCtr="0" anchor="t" bIns="0" lIns="0" spcFirstLastPara="1" rIns="0" wrap="square" tIns="0">
            <a:noAutofit/>
          </a:bodyPr>
          <a:lstStyle>
            <a:lvl1pPr indent="-292100" lvl="0" marL="457200" algn="l">
              <a:lnSpc>
                <a:spcPct val="100000"/>
              </a:lnSpc>
              <a:spcBef>
                <a:spcPts val="0"/>
              </a:spcBef>
              <a:spcAft>
                <a:spcPts val="0"/>
              </a:spcAft>
              <a:buClr>
                <a:schemeClr val="dk1"/>
              </a:buClr>
              <a:buSzPts val="1000"/>
              <a:buFont typeface="Jost"/>
              <a:buChar char="●"/>
              <a:defRPr sz="1000"/>
            </a:lvl1pPr>
            <a:lvl2pPr indent="-292100" lvl="1" marL="914400" algn="l">
              <a:lnSpc>
                <a:spcPct val="100000"/>
              </a:lnSpc>
              <a:spcBef>
                <a:spcPts val="0"/>
              </a:spcBef>
              <a:spcAft>
                <a:spcPts val="0"/>
              </a:spcAft>
              <a:buClr>
                <a:schemeClr val="dk1"/>
              </a:buClr>
              <a:buSzPts val="1000"/>
              <a:buFont typeface="Jost"/>
              <a:buChar char="○"/>
              <a:defRPr sz="1000"/>
            </a:lvl2pPr>
            <a:lvl3pPr indent="-292100" lvl="2" marL="1371600" algn="l">
              <a:lnSpc>
                <a:spcPct val="100000"/>
              </a:lnSpc>
              <a:spcBef>
                <a:spcPts val="0"/>
              </a:spcBef>
              <a:spcAft>
                <a:spcPts val="0"/>
              </a:spcAft>
              <a:buClr>
                <a:schemeClr val="dk1"/>
              </a:buClr>
              <a:buSzPts val="1000"/>
              <a:buFont typeface="Jost"/>
              <a:buChar char="■"/>
              <a:defRPr sz="1000"/>
            </a:lvl3pPr>
            <a:lvl4pPr indent="-292100" lvl="3" marL="1828800" algn="l">
              <a:lnSpc>
                <a:spcPct val="100000"/>
              </a:lnSpc>
              <a:spcBef>
                <a:spcPts val="0"/>
              </a:spcBef>
              <a:spcAft>
                <a:spcPts val="0"/>
              </a:spcAft>
              <a:buClr>
                <a:schemeClr val="dk1"/>
              </a:buClr>
              <a:buSzPts val="1000"/>
              <a:buFont typeface="Jost"/>
              <a:buChar char="●"/>
              <a:defRPr sz="1000"/>
            </a:lvl4pPr>
            <a:lvl5pPr indent="-292100" lvl="4" marL="2286000" algn="l">
              <a:lnSpc>
                <a:spcPct val="100000"/>
              </a:lnSpc>
              <a:spcBef>
                <a:spcPts val="0"/>
              </a:spcBef>
              <a:spcAft>
                <a:spcPts val="0"/>
              </a:spcAft>
              <a:buClr>
                <a:schemeClr val="dk1"/>
              </a:buClr>
              <a:buSzPts val="1000"/>
              <a:buFont typeface="Jost"/>
              <a:buChar char="○"/>
              <a:defRPr sz="1000"/>
            </a:lvl5pPr>
            <a:lvl6pPr indent="-292100" lvl="5" marL="2743200" algn="l">
              <a:lnSpc>
                <a:spcPct val="100000"/>
              </a:lnSpc>
              <a:spcBef>
                <a:spcPts val="0"/>
              </a:spcBef>
              <a:spcAft>
                <a:spcPts val="0"/>
              </a:spcAft>
              <a:buClr>
                <a:schemeClr val="dk1"/>
              </a:buClr>
              <a:buSzPts val="1000"/>
              <a:buFont typeface="Jost"/>
              <a:buChar char="■"/>
              <a:defRPr sz="1000"/>
            </a:lvl6pPr>
            <a:lvl7pPr indent="-292100" lvl="6" marL="3200400" algn="l">
              <a:lnSpc>
                <a:spcPct val="100000"/>
              </a:lnSpc>
              <a:spcBef>
                <a:spcPts val="0"/>
              </a:spcBef>
              <a:spcAft>
                <a:spcPts val="0"/>
              </a:spcAft>
              <a:buClr>
                <a:schemeClr val="dk1"/>
              </a:buClr>
              <a:buSzPts val="1000"/>
              <a:buFont typeface="Jost"/>
              <a:buChar char="●"/>
              <a:defRPr sz="1000"/>
            </a:lvl7pPr>
            <a:lvl8pPr indent="-292100" lvl="7" marL="3657600" algn="l">
              <a:lnSpc>
                <a:spcPct val="100000"/>
              </a:lnSpc>
              <a:spcBef>
                <a:spcPts val="0"/>
              </a:spcBef>
              <a:spcAft>
                <a:spcPts val="0"/>
              </a:spcAft>
              <a:buClr>
                <a:schemeClr val="dk1"/>
              </a:buClr>
              <a:buSzPts val="1000"/>
              <a:buFont typeface="Jost"/>
              <a:buChar char="○"/>
              <a:defRPr sz="1000"/>
            </a:lvl8pPr>
            <a:lvl9pPr indent="-292100" lvl="8" marL="4114800" algn="l">
              <a:lnSpc>
                <a:spcPct val="100000"/>
              </a:lnSpc>
              <a:spcBef>
                <a:spcPts val="0"/>
              </a:spcBef>
              <a:spcAft>
                <a:spcPts val="0"/>
              </a:spcAft>
              <a:buClr>
                <a:schemeClr val="dk1"/>
              </a:buClr>
              <a:buSzPts val="1000"/>
              <a:buFont typeface="Jost"/>
              <a:buChar char="■"/>
              <a:defRPr sz="1000"/>
            </a:lvl9pPr>
          </a:lstStyle>
          <a:p/>
        </p:txBody>
      </p:sp>
      <p:sp>
        <p:nvSpPr>
          <p:cNvPr id="281" name="Google Shape;281;p51"/>
          <p:cNvSpPr txBox="1"/>
          <p:nvPr>
            <p:ph idx="4" type="subTitle"/>
          </p:nvPr>
        </p:nvSpPr>
        <p:spPr>
          <a:xfrm>
            <a:off x="228600" y="4156375"/>
            <a:ext cx="12528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
        <p:nvSpPr>
          <p:cNvPr id="282" name="Google Shape;282;p51"/>
          <p:cNvSpPr txBox="1"/>
          <p:nvPr>
            <p:ph idx="5" type="subTitle"/>
          </p:nvPr>
        </p:nvSpPr>
        <p:spPr>
          <a:xfrm>
            <a:off x="230075" y="3582936"/>
            <a:ext cx="1252800" cy="42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3600">
                <a:solidFill>
                  <a:schemeClr val="lt2"/>
                </a:solidFill>
                <a:latin typeface="Jost"/>
                <a:ea typeface="Jost"/>
                <a:cs typeface="Jost"/>
                <a:sym typeface="Jost"/>
              </a:defRPr>
            </a:lvl1pPr>
            <a:lvl2pPr lvl="1" algn="l">
              <a:lnSpc>
                <a:spcPct val="100000"/>
              </a:lnSpc>
              <a:spcBef>
                <a:spcPts val="0"/>
              </a:spcBef>
              <a:spcAft>
                <a:spcPts val="0"/>
              </a:spcAft>
              <a:buSzPts val="1200"/>
              <a:buNone/>
              <a:defRPr sz="3600">
                <a:solidFill>
                  <a:schemeClr val="lt2"/>
                </a:solidFill>
                <a:latin typeface="Jost"/>
                <a:ea typeface="Jost"/>
                <a:cs typeface="Jost"/>
                <a:sym typeface="Jost"/>
              </a:defRPr>
            </a:lvl2pPr>
            <a:lvl3pPr lvl="2" algn="l">
              <a:lnSpc>
                <a:spcPct val="100000"/>
              </a:lnSpc>
              <a:spcBef>
                <a:spcPts val="0"/>
              </a:spcBef>
              <a:spcAft>
                <a:spcPts val="0"/>
              </a:spcAft>
              <a:buSzPts val="1200"/>
              <a:buNone/>
              <a:defRPr sz="3600">
                <a:solidFill>
                  <a:schemeClr val="lt2"/>
                </a:solidFill>
                <a:latin typeface="Jost"/>
                <a:ea typeface="Jost"/>
                <a:cs typeface="Jost"/>
                <a:sym typeface="Jost"/>
              </a:defRPr>
            </a:lvl3pPr>
            <a:lvl4pPr lvl="3" algn="l">
              <a:lnSpc>
                <a:spcPct val="100000"/>
              </a:lnSpc>
              <a:spcBef>
                <a:spcPts val="0"/>
              </a:spcBef>
              <a:spcAft>
                <a:spcPts val="0"/>
              </a:spcAft>
              <a:buSzPts val="1200"/>
              <a:buNone/>
              <a:defRPr sz="3600">
                <a:solidFill>
                  <a:schemeClr val="lt2"/>
                </a:solidFill>
                <a:latin typeface="Jost"/>
                <a:ea typeface="Jost"/>
                <a:cs typeface="Jost"/>
                <a:sym typeface="Jost"/>
              </a:defRPr>
            </a:lvl4pPr>
            <a:lvl5pPr lvl="4" algn="l">
              <a:lnSpc>
                <a:spcPct val="100000"/>
              </a:lnSpc>
              <a:spcBef>
                <a:spcPts val="0"/>
              </a:spcBef>
              <a:spcAft>
                <a:spcPts val="0"/>
              </a:spcAft>
              <a:buSzPts val="1200"/>
              <a:buNone/>
              <a:defRPr sz="3600">
                <a:solidFill>
                  <a:schemeClr val="lt2"/>
                </a:solidFill>
                <a:latin typeface="Jost"/>
                <a:ea typeface="Jost"/>
                <a:cs typeface="Jost"/>
                <a:sym typeface="Jost"/>
              </a:defRPr>
            </a:lvl5pPr>
            <a:lvl6pPr lvl="5" algn="l">
              <a:lnSpc>
                <a:spcPct val="100000"/>
              </a:lnSpc>
              <a:spcBef>
                <a:spcPts val="0"/>
              </a:spcBef>
              <a:spcAft>
                <a:spcPts val="0"/>
              </a:spcAft>
              <a:buSzPts val="1200"/>
              <a:buNone/>
              <a:defRPr sz="3600">
                <a:solidFill>
                  <a:schemeClr val="lt2"/>
                </a:solidFill>
                <a:latin typeface="Jost"/>
                <a:ea typeface="Jost"/>
                <a:cs typeface="Jost"/>
                <a:sym typeface="Jost"/>
              </a:defRPr>
            </a:lvl6pPr>
            <a:lvl7pPr lvl="6" algn="l">
              <a:lnSpc>
                <a:spcPct val="100000"/>
              </a:lnSpc>
              <a:spcBef>
                <a:spcPts val="0"/>
              </a:spcBef>
              <a:spcAft>
                <a:spcPts val="0"/>
              </a:spcAft>
              <a:buSzPts val="1200"/>
              <a:buNone/>
              <a:defRPr sz="3600">
                <a:solidFill>
                  <a:schemeClr val="lt2"/>
                </a:solidFill>
                <a:latin typeface="Jost"/>
                <a:ea typeface="Jost"/>
                <a:cs typeface="Jost"/>
                <a:sym typeface="Jost"/>
              </a:defRPr>
            </a:lvl7pPr>
            <a:lvl8pPr lvl="7" algn="l">
              <a:lnSpc>
                <a:spcPct val="100000"/>
              </a:lnSpc>
              <a:spcBef>
                <a:spcPts val="0"/>
              </a:spcBef>
              <a:spcAft>
                <a:spcPts val="0"/>
              </a:spcAft>
              <a:buSzPts val="1200"/>
              <a:buNone/>
              <a:defRPr sz="3600">
                <a:solidFill>
                  <a:schemeClr val="lt2"/>
                </a:solidFill>
                <a:latin typeface="Jost"/>
                <a:ea typeface="Jost"/>
                <a:cs typeface="Jost"/>
                <a:sym typeface="Jost"/>
              </a:defRPr>
            </a:lvl8pPr>
            <a:lvl9pPr lvl="8" algn="l">
              <a:lnSpc>
                <a:spcPct val="100000"/>
              </a:lnSpc>
              <a:spcBef>
                <a:spcPts val="0"/>
              </a:spcBef>
              <a:spcAft>
                <a:spcPts val="0"/>
              </a:spcAft>
              <a:buSzPts val="1200"/>
              <a:buNone/>
              <a:defRPr sz="3600">
                <a:solidFill>
                  <a:schemeClr val="lt2"/>
                </a:solidFill>
                <a:latin typeface="Jost"/>
                <a:ea typeface="Jost"/>
                <a:cs typeface="Jost"/>
                <a:sym typeface="Jost"/>
              </a:defRPr>
            </a:lvl9pPr>
          </a:lstStyle>
          <a:p/>
        </p:txBody>
      </p:sp>
      <p:sp>
        <p:nvSpPr>
          <p:cNvPr id="283" name="Google Shape;283;p51"/>
          <p:cNvSpPr txBox="1"/>
          <p:nvPr>
            <p:ph idx="6" type="subTitle"/>
          </p:nvPr>
        </p:nvSpPr>
        <p:spPr>
          <a:xfrm>
            <a:off x="1983338" y="4156375"/>
            <a:ext cx="12528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
        <p:nvSpPr>
          <p:cNvPr id="284" name="Google Shape;284;p51"/>
          <p:cNvSpPr txBox="1"/>
          <p:nvPr>
            <p:ph idx="7" type="subTitle"/>
          </p:nvPr>
        </p:nvSpPr>
        <p:spPr>
          <a:xfrm>
            <a:off x="1984813" y="3582936"/>
            <a:ext cx="1252800" cy="42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3600">
                <a:solidFill>
                  <a:schemeClr val="lt2"/>
                </a:solidFill>
                <a:latin typeface="Jost"/>
                <a:ea typeface="Jost"/>
                <a:cs typeface="Jost"/>
                <a:sym typeface="Jost"/>
              </a:defRPr>
            </a:lvl1pPr>
            <a:lvl2pPr lvl="1" algn="l">
              <a:lnSpc>
                <a:spcPct val="100000"/>
              </a:lnSpc>
              <a:spcBef>
                <a:spcPts val="0"/>
              </a:spcBef>
              <a:spcAft>
                <a:spcPts val="0"/>
              </a:spcAft>
              <a:buSzPts val="1200"/>
              <a:buNone/>
              <a:defRPr sz="3600">
                <a:solidFill>
                  <a:schemeClr val="lt2"/>
                </a:solidFill>
                <a:latin typeface="Jost"/>
                <a:ea typeface="Jost"/>
                <a:cs typeface="Jost"/>
                <a:sym typeface="Jost"/>
              </a:defRPr>
            </a:lvl2pPr>
            <a:lvl3pPr lvl="2" algn="l">
              <a:lnSpc>
                <a:spcPct val="100000"/>
              </a:lnSpc>
              <a:spcBef>
                <a:spcPts val="0"/>
              </a:spcBef>
              <a:spcAft>
                <a:spcPts val="0"/>
              </a:spcAft>
              <a:buSzPts val="1200"/>
              <a:buNone/>
              <a:defRPr sz="3600">
                <a:solidFill>
                  <a:schemeClr val="lt2"/>
                </a:solidFill>
                <a:latin typeface="Jost"/>
                <a:ea typeface="Jost"/>
                <a:cs typeface="Jost"/>
                <a:sym typeface="Jost"/>
              </a:defRPr>
            </a:lvl3pPr>
            <a:lvl4pPr lvl="3" algn="l">
              <a:lnSpc>
                <a:spcPct val="100000"/>
              </a:lnSpc>
              <a:spcBef>
                <a:spcPts val="0"/>
              </a:spcBef>
              <a:spcAft>
                <a:spcPts val="0"/>
              </a:spcAft>
              <a:buSzPts val="1200"/>
              <a:buNone/>
              <a:defRPr sz="3600">
                <a:solidFill>
                  <a:schemeClr val="lt2"/>
                </a:solidFill>
                <a:latin typeface="Jost"/>
                <a:ea typeface="Jost"/>
                <a:cs typeface="Jost"/>
                <a:sym typeface="Jost"/>
              </a:defRPr>
            </a:lvl4pPr>
            <a:lvl5pPr lvl="4" algn="l">
              <a:lnSpc>
                <a:spcPct val="100000"/>
              </a:lnSpc>
              <a:spcBef>
                <a:spcPts val="0"/>
              </a:spcBef>
              <a:spcAft>
                <a:spcPts val="0"/>
              </a:spcAft>
              <a:buSzPts val="1200"/>
              <a:buNone/>
              <a:defRPr sz="3600">
                <a:solidFill>
                  <a:schemeClr val="lt2"/>
                </a:solidFill>
                <a:latin typeface="Jost"/>
                <a:ea typeface="Jost"/>
                <a:cs typeface="Jost"/>
                <a:sym typeface="Jost"/>
              </a:defRPr>
            </a:lvl5pPr>
            <a:lvl6pPr lvl="5" algn="l">
              <a:lnSpc>
                <a:spcPct val="100000"/>
              </a:lnSpc>
              <a:spcBef>
                <a:spcPts val="0"/>
              </a:spcBef>
              <a:spcAft>
                <a:spcPts val="0"/>
              </a:spcAft>
              <a:buSzPts val="1200"/>
              <a:buNone/>
              <a:defRPr sz="3600">
                <a:solidFill>
                  <a:schemeClr val="lt2"/>
                </a:solidFill>
                <a:latin typeface="Jost"/>
                <a:ea typeface="Jost"/>
                <a:cs typeface="Jost"/>
                <a:sym typeface="Jost"/>
              </a:defRPr>
            </a:lvl6pPr>
            <a:lvl7pPr lvl="6" algn="l">
              <a:lnSpc>
                <a:spcPct val="100000"/>
              </a:lnSpc>
              <a:spcBef>
                <a:spcPts val="0"/>
              </a:spcBef>
              <a:spcAft>
                <a:spcPts val="0"/>
              </a:spcAft>
              <a:buSzPts val="1200"/>
              <a:buNone/>
              <a:defRPr sz="3600">
                <a:solidFill>
                  <a:schemeClr val="lt2"/>
                </a:solidFill>
                <a:latin typeface="Jost"/>
                <a:ea typeface="Jost"/>
                <a:cs typeface="Jost"/>
                <a:sym typeface="Jost"/>
              </a:defRPr>
            </a:lvl7pPr>
            <a:lvl8pPr lvl="7" algn="l">
              <a:lnSpc>
                <a:spcPct val="100000"/>
              </a:lnSpc>
              <a:spcBef>
                <a:spcPts val="0"/>
              </a:spcBef>
              <a:spcAft>
                <a:spcPts val="0"/>
              </a:spcAft>
              <a:buSzPts val="1200"/>
              <a:buNone/>
              <a:defRPr sz="3600">
                <a:solidFill>
                  <a:schemeClr val="lt2"/>
                </a:solidFill>
                <a:latin typeface="Jost"/>
                <a:ea typeface="Jost"/>
                <a:cs typeface="Jost"/>
                <a:sym typeface="Jost"/>
              </a:defRPr>
            </a:lvl8pPr>
            <a:lvl9pPr lvl="8" algn="l">
              <a:lnSpc>
                <a:spcPct val="100000"/>
              </a:lnSpc>
              <a:spcBef>
                <a:spcPts val="0"/>
              </a:spcBef>
              <a:spcAft>
                <a:spcPts val="0"/>
              </a:spcAft>
              <a:buSzPts val="1200"/>
              <a:buNone/>
              <a:defRPr sz="3600">
                <a:solidFill>
                  <a:schemeClr val="lt2"/>
                </a:solidFill>
                <a:latin typeface="Jost"/>
                <a:ea typeface="Jost"/>
                <a:cs typeface="Jost"/>
                <a:sym typeface="Jost"/>
              </a:defRPr>
            </a:lvl9pPr>
          </a:lstStyle>
          <a:p/>
        </p:txBody>
      </p:sp>
      <p:sp>
        <p:nvSpPr>
          <p:cNvPr id="285" name="Google Shape;285;p51"/>
          <p:cNvSpPr txBox="1"/>
          <p:nvPr>
            <p:ph idx="8" type="subTitle"/>
          </p:nvPr>
        </p:nvSpPr>
        <p:spPr>
          <a:xfrm>
            <a:off x="3739563" y="4156375"/>
            <a:ext cx="12528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
        <p:nvSpPr>
          <p:cNvPr id="286" name="Google Shape;286;p51"/>
          <p:cNvSpPr txBox="1"/>
          <p:nvPr>
            <p:ph idx="9" type="subTitle"/>
          </p:nvPr>
        </p:nvSpPr>
        <p:spPr>
          <a:xfrm>
            <a:off x="3741038" y="3582936"/>
            <a:ext cx="1252800" cy="42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3600">
                <a:solidFill>
                  <a:schemeClr val="lt2"/>
                </a:solidFill>
                <a:latin typeface="Jost"/>
                <a:ea typeface="Jost"/>
                <a:cs typeface="Jost"/>
                <a:sym typeface="Jost"/>
              </a:defRPr>
            </a:lvl1pPr>
            <a:lvl2pPr lvl="1" algn="l">
              <a:lnSpc>
                <a:spcPct val="100000"/>
              </a:lnSpc>
              <a:spcBef>
                <a:spcPts val="0"/>
              </a:spcBef>
              <a:spcAft>
                <a:spcPts val="0"/>
              </a:spcAft>
              <a:buSzPts val="1200"/>
              <a:buNone/>
              <a:defRPr sz="3600">
                <a:solidFill>
                  <a:schemeClr val="lt2"/>
                </a:solidFill>
                <a:latin typeface="Jost"/>
                <a:ea typeface="Jost"/>
                <a:cs typeface="Jost"/>
                <a:sym typeface="Jost"/>
              </a:defRPr>
            </a:lvl2pPr>
            <a:lvl3pPr lvl="2" algn="l">
              <a:lnSpc>
                <a:spcPct val="100000"/>
              </a:lnSpc>
              <a:spcBef>
                <a:spcPts val="0"/>
              </a:spcBef>
              <a:spcAft>
                <a:spcPts val="0"/>
              </a:spcAft>
              <a:buSzPts val="1200"/>
              <a:buNone/>
              <a:defRPr sz="3600">
                <a:solidFill>
                  <a:schemeClr val="lt2"/>
                </a:solidFill>
                <a:latin typeface="Jost"/>
                <a:ea typeface="Jost"/>
                <a:cs typeface="Jost"/>
                <a:sym typeface="Jost"/>
              </a:defRPr>
            </a:lvl3pPr>
            <a:lvl4pPr lvl="3" algn="l">
              <a:lnSpc>
                <a:spcPct val="100000"/>
              </a:lnSpc>
              <a:spcBef>
                <a:spcPts val="0"/>
              </a:spcBef>
              <a:spcAft>
                <a:spcPts val="0"/>
              </a:spcAft>
              <a:buSzPts val="1200"/>
              <a:buNone/>
              <a:defRPr sz="3600">
                <a:solidFill>
                  <a:schemeClr val="lt2"/>
                </a:solidFill>
                <a:latin typeface="Jost"/>
                <a:ea typeface="Jost"/>
                <a:cs typeface="Jost"/>
                <a:sym typeface="Jost"/>
              </a:defRPr>
            </a:lvl4pPr>
            <a:lvl5pPr lvl="4" algn="l">
              <a:lnSpc>
                <a:spcPct val="100000"/>
              </a:lnSpc>
              <a:spcBef>
                <a:spcPts val="0"/>
              </a:spcBef>
              <a:spcAft>
                <a:spcPts val="0"/>
              </a:spcAft>
              <a:buSzPts val="1200"/>
              <a:buNone/>
              <a:defRPr sz="3600">
                <a:solidFill>
                  <a:schemeClr val="lt2"/>
                </a:solidFill>
                <a:latin typeface="Jost"/>
                <a:ea typeface="Jost"/>
                <a:cs typeface="Jost"/>
                <a:sym typeface="Jost"/>
              </a:defRPr>
            </a:lvl5pPr>
            <a:lvl6pPr lvl="5" algn="l">
              <a:lnSpc>
                <a:spcPct val="100000"/>
              </a:lnSpc>
              <a:spcBef>
                <a:spcPts val="0"/>
              </a:spcBef>
              <a:spcAft>
                <a:spcPts val="0"/>
              </a:spcAft>
              <a:buSzPts val="1200"/>
              <a:buNone/>
              <a:defRPr sz="3600">
                <a:solidFill>
                  <a:schemeClr val="lt2"/>
                </a:solidFill>
                <a:latin typeface="Jost"/>
                <a:ea typeface="Jost"/>
                <a:cs typeface="Jost"/>
                <a:sym typeface="Jost"/>
              </a:defRPr>
            </a:lvl6pPr>
            <a:lvl7pPr lvl="6" algn="l">
              <a:lnSpc>
                <a:spcPct val="100000"/>
              </a:lnSpc>
              <a:spcBef>
                <a:spcPts val="0"/>
              </a:spcBef>
              <a:spcAft>
                <a:spcPts val="0"/>
              </a:spcAft>
              <a:buSzPts val="1200"/>
              <a:buNone/>
              <a:defRPr sz="3600">
                <a:solidFill>
                  <a:schemeClr val="lt2"/>
                </a:solidFill>
                <a:latin typeface="Jost"/>
                <a:ea typeface="Jost"/>
                <a:cs typeface="Jost"/>
                <a:sym typeface="Jost"/>
              </a:defRPr>
            </a:lvl7pPr>
            <a:lvl8pPr lvl="7" algn="l">
              <a:lnSpc>
                <a:spcPct val="100000"/>
              </a:lnSpc>
              <a:spcBef>
                <a:spcPts val="0"/>
              </a:spcBef>
              <a:spcAft>
                <a:spcPts val="0"/>
              </a:spcAft>
              <a:buSzPts val="1200"/>
              <a:buNone/>
              <a:defRPr sz="3600">
                <a:solidFill>
                  <a:schemeClr val="lt2"/>
                </a:solidFill>
                <a:latin typeface="Jost"/>
                <a:ea typeface="Jost"/>
                <a:cs typeface="Jost"/>
                <a:sym typeface="Jost"/>
              </a:defRPr>
            </a:lvl8pPr>
            <a:lvl9pPr lvl="8" algn="l">
              <a:lnSpc>
                <a:spcPct val="100000"/>
              </a:lnSpc>
              <a:spcBef>
                <a:spcPts val="0"/>
              </a:spcBef>
              <a:spcAft>
                <a:spcPts val="0"/>
              </a:spcAft>
              <a:buSzPts val="1200"/>
              <a:buNone/>
              <a:defRPr sz="3600">
                <a:solidFill>
                  <a:schemeClr val="lt2"/>
                </a:solidFill>
                <a:latin typeface="Jost"/>
                <a:ea typeface="Jost"/>
                <a:cs typeface="Jost"/>
                <a:sym typeface="Jost"/>
              </a:defRPr>
            </a:lvl9pPr>
          </a:lstStyle>
          <a:p/>
        </p:txBody>
      </p:sp>
      <p:sp>
        <p:nvSpPr>
          <p:cNvPr id="287" name="Google Shape;287;p51"/>
          <p:cNvSpPr txBox="1"/>
          <p:nvPr>
            <p:ph idx="13" type="subTitle"/>
          </p:nvPr>
        </p:nvSpPr>
        <p:spPr>
          <a:xfrm>
            <a:off x="228600" y="3211175"/>
            <a:ext cx="3130200" cy="303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sz="1600"/>
            </a:lvl2pPr>
            <a:lvl3pPr lvl="2" algn="l">
              <a:lnSpc>
                <a:spcPct val="100000"/>
              </a:lnSpc>
              <a:spcBef>
                <a:spcPts val="0"/>
              </a:spcBef>
              <a:spcAft>
                <a:spcPts val="0"/>
              </a:spcAft>
              <a:buSzPts val="1200"/>
              <a:buNone/>
              <a:defRPr sz="1600"/>
            </a:lvl3pPr>
            <a:lvl4pPr lvl="3" algn="l">
              <a:lnSpc>
                <a:spcPct val="100000"/>
              </a:lnSpc>
              <a:spcBef>
                <a:spcPts val="0"/>
              </a:spcBef>
              <a:spcAft>
                <a:spcPts val="0"/>
              </a:spcAft>
              <a:buSzPts val="1200"/>
              <a:buNone/>
              <a:defRPr sz="1600"/>
            </a:lvl4pPr>
            <a:lvl5pPr lvl="4" algn="l">
              <a:lnSpc>
                <a:spcPct val="100000"/>
              </a:lnSpc>
              <a:spcBef>
                <a:spcPts val="0"/>
              </a:spcBef>
              <a:spcAft>
                <a:spcPts val="0"/>
              </a:spcAft>
              <a:buSzPts val="1200"/>
              <a:buNone/>
              <a:defRPr sz="1600"/>
            </a:lvl5pPr>
            <a:lvl6pPr lvl="5" algn="l">
              <a:lnSpc>
                <a:spcPct val="100000"/>
              </a:lnSpc>
              <a:spcBef>
                <a:spcPts val="0"/>
              </a:spcBef>
              <a:spcAft>
                <a:spcPts val="0"/>
              </a:spcAft>
              <a:buSzPts val="1200"/>
              <a:buNone/>
              <a:defRPr sz="1600"/>
            </a:lvl6pPr>
            <a:lvl7pPr lvl="6" algn="l">
              <a:lnSpc>
                <a:spcPct val="100000"/>
              </a:lnSpc>
              <a:spcBef>
                <a:spcPts val="0"/>
              </a:spcBef>
              <a:spcAft>
                <a:spcPts val="0"/>
              </a:spcAft>
              <a:buSzPts val="1200"/>
              <a:buNone/>
              <a:defRPr sz="1600"/>
            </a:lvl7pPr>
            <a:lvl8pPr lvl="7" algn="l">
              <a:lnSpc>
                <a:spcPct val="100000"/>
              </a:lnSpc>
              <a:spcBef>
                <a:spcPts val="0"/>
              </a:spcBef>
              <a:spcAft>
                <a:spcPts val="0"/>
              </a:spcAft>
              <a:buSzPts val="1200"/>
              <a:buNone/>
              <a:defRPr sz="1600"/>
            </a:lvl8pPr>
            <a:lvl9pPr lvl="8" algn="l">
              <a:lnSpc>
                <a:spcPct val="100000"/>
              </a:lnSpc>
              <a:spcBef>
                <a:spcPts val="0"/>
              </a:spcBef>
              <a:spcAft>
                <a:spcPts val="0"/>
              </a:spcAft>
              <a:buSzPts val="1200"/>
              <a:buNone/>
              <a:defRPr sz="1600"/>
            </a:lvl9pPr>
          </a:lstStyle>
          <a:p/>
        </p:txBody>
      </p:sp>
      <p:sp>
        <p:nvSpPr>
          <p:cNvPr id="288" name="Google Shape;288;p51"/>
          <p:cNvSpPr txBox="1"/>
          <p:nvPr>
            <p:ph idx="14" type="subTitle"/>
          </p:nvPr>
        </p:nvSpPr>
        <p:spPr>
          <a:xfrm>
            <a:off x="228600" y="2663863"/>
            <a:ext cx="12528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
        <p:nvSpPr>
          <p:cNvPr id="289" name="Google Shape;289;p51"/>
          <p:cNvSpPr txBox="1"/>
          <p:nvPr>
            <p:ph idx="15" type="subTitle"/>
          </p:nvPr>
        </p:nvSpPr>
        <p:spPr>
          <a:xfrm>
            <a:off x="230075" y="2090424"/>
            <a:ext cx="1252800" cy="42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3600">
                <a:solidFill>
                  <a:schemeClr val="lt2"/>
                </a:solidFill>
                <a:latin typeface="Jost"/>
                <a:ea typeface="Jost"/>
                <a:cs typeface="Jost"/>
                <a:sym typeface="Jost"/>
              </a:defRPr>
            </a:lvl1pPr>
            <a:lvl2pPr lvl="1" algn="l">
              <a:lnSpc>
                <a:spcPct val="100000"/>
              </a:lnSpc>
              <a:spcBef>
                <a:spcPts val="0"/>
              </a:spcBef>
              <a:spcAft>
                <a:spcPts val="0"/>
              </a:spcAft>
              <a:buSzPts val="1200"/>
              <a:buNone/>
              <a:defRPr sz="3600">
                <a:solidFill>
                  <a:schemeClr val="lt2"/>
                </a:solidFill>
                <a:latin typeface="Jost"/>
                <a:ea typeface="Jost"/>
                <a:cs typeface="Jost"/>
                <a:sym typeface="Jost"/>
              </a:defRPr>
            </a:lvl2pPr>
            <a:lvl3pPr lvl="2" algn="l">
              <a:lnSpc>
                <a:spcPct val="100000"/>
              </a:lnSpc>
              <a:spcBef>
                <a:spcPts val="0"/>
              </a:spcBef>
              <a:spcAft>
                <a:spcPts val="0"/>
              </a:spcAft>
              <a:buSzPts val="1200"/>
              <a:buNone/>
              <a:defRPr sz="3600">
                <a:solidFill>
                  <a:schemeClr val="lt2"/>
                </a:solidFill>
                <a:latin typeface="Jost"/>
                <a:ea typeface="Jost"/>
                <a:cs typeface="Jost"/>
                <a:sym typeface="Jost"/>
              </a:defRPr>
            </a:lvl3pPr>
            <a:lvl4pPr lvl="3" algn="l">
              <a:lnSpc>
                <a:spcPct val="100000"/>
              </a:lnSpc>
              <a:spcBef>
                <a:spcPts val="0"/>
              </a:spcBef>
              <a:spcAft>
                <a:spcPts val="0"/>
              </a:spcAft>
              <a:buSzPts val="1200"/>
              <a:buNone/>
              <a:defRPr sz="3600">
                <a:solidFill>
                  <a:schemeClr val="lt2"/>
                </a:solidFill>
                <a:latin typeface="Jost"/>
                <a:ea typeface="Jost"/>
                <a:cs typeface="Jost"/>
                <a:sym typeface="Jost"/>
              </a:defRPr>
            </a:lvl4pPr>
            <a:lvl5pPr lvl="4" algn="l">
              <a:lnSpc>
                <a:spcPct val="100000"/>
              </a:lnSpc>
              <a:spcBef>
                <a:spcPts val="0"/>
              </a:spcBef>
              <a:spcAft>
                <a:spcPts val="0"/>
              </a:spcAft>
              <a:buSzPts val="1200"/>
              <a:buNone/>
              <a:defRPr sz="3600">
                <a:solidFill>
                  <a:schemeClr val="lt2"/>
                </a:solidFill>
                <a:latin typeface="Jost"/>
                <a:ea typeface="Jost"/>
                <a:cs typeface="Jost"/>
                <a:sym typeface="Jost"/>
              </a:defRPr>
            </a:lvl5pPr>
            <a:lvl6pPr lvl="5" algn="l">
              <a:lnSpc>
                <a:spcPct val="100000"/>
              </a:lnSpc>
              <a:spcBef>
                <a:spcPts val="0"/>
              </a:spcBef>
              <a:spcAft>
                <a:spcPts val="0"/>
              </a:spcAft>
              <a:buSzPts val="1200"/>
              <a:buNone/>
              <a:defRPr sz="3600">
                <a:solidFill>
                  <a:schemeClr val="lt2"/>
                </a:solidFill>
                <a:latin typeface="Jost"/>
                <a:ea typeface="Jost"/>
                <a:cs typeface="Jost"/>
                <a:sym typeface="Jost"/>
              </a:defRPr>
            </a:lvl6pPr>
            <a:lvl7pPr lvl="6" algn="l">
              <a:lnSpc>
                <a:spcPct val="100000"/>
              </a:lnSpc>
              <a:spcBef>
                <a:spcPts val="0"/>
              </a:spcBef>
              <a:spcAft>
                <a:spcPts val="0"/>
              </a:spcAft>
              <a:buSzPts val="1200"/>
              <a:buNone/>
              <a:defRPr sz="3600">
                <a:solidFill>
                  <a:schemeClr val="lt2"/>
                </a:solidFill>
                <a:latin typeface="Jost"/>
                <a:ea typeface="Jost"/>
                <a:cs typeface="Jost"/>
                <a:sym typeface="Jost"/>
              </a:defRPr>
            </a:lvl7pPr>
            <a:lvl8pPr lvl="7" algn="l">
              <a:lnSpc>
                <a:spcPct val="100000"/>
              </a:lnSpc>
              <a:spcBef>
                <a:spcPts val="0"/>
              </a:spcBef>
              <a:spcAft>
                <a:spcPts val="0"/>
              </a:spcAft>
              <a:buSzPts val="1200"/>
              <a:buNone/>
              <a:defRPr sz="3600">
                <a:solidFill>
                  <a:schemeClr val="lt2"/>
                </a:solidFill>
                <a:latin typeface="Jost"/>
                <a:ea typeface="Jost"/>
                <a:cs typeface="Jost"/>
                <a:sym typeface="Jost"/>
              </a:defRPr>
            </a:lvl8pPr>
            <a:lvl9pPr lvl="8" algn="l">
              <a:lnSpc>
                <a:spcPct val="100000"/>
              </a:lnSpc>
              <a:spcBef>
                <a:spcPts val="0"/>
              </a:spcBef>
              <a:spcAft>
                <a:spcPts val="0"/>
              </a:spcAft>
              <a:buSzPts val="1200"/>
              <a:buNone/>
              <a:defRPr sz="3600">
                <a:solidFill>
                  <a:schemeClr val="lt2"/>
                </a:solidFill>
                <a:latin typeface="Jost"/>
                <a:ea typeface="Jost"/>
                <a:cs typeface="Jost"/>
                <a:sym typeface="Jost"/>
              </a:defRPr>
            </a:lvl9pPr>
          </a:lstStyle>
          <a:p/>
        </p:txBody>
      </p:sp>
      <p:sp>
        <p:nvSpPr>
          <p:cNvPr id="290" name="Google Shape;290;p51"/>
          <p:cNvSpPr txBox="1"/>
          <p:nvPr>
            <p:ph idx="16" type="subTitle"/>
          </p:nvPr>
        </p:nvSpPr>
        <p:spPr>
          <a:xfrm>
            <a:off x="1983338" y="2663863"/>
            <a:ext cx="12528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
        <p:nvSpPr>
          <p:cNvPr id="291" name="Google Shape;291;p51"/>
          <p:cNvSpPr txBox="1"/>
          <p:nvPr>
            <p:ph idx="17" type="subTitle"/>
          </p:nvPr>
        </p:nvSpPr>
        <p:spPr>
          <a:xfrm>
            <a:off x="1984813" y="2090424"/>
            <a:ext cx="1252800" cy="42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3600">
                <a:solidFill>
                  <a:schemeClr val="lt2"/>
                </a:solidFill>
                <a:latin typeface="Jost"/>
                <a:ea typeface="Jost"/>
                <a:cs typeface="Jost"/>
                <a:sym typeface="Jost"/>
              </a:defRPr>
            </a:lvl1pPr>
            <a:lvl2pPr lvl="1" algn="l">
              <a:lnSpc>
                <a:spcPct val="100000"/>
              </a:lnSpc>
              <a:spcBef>
                <a:spcPts val="0"/>
              </a:spcBef>
              <a:spcAft>
                <a:spcPts val="0"/>
              </a:spcAft>
              <a:buSzPts val="1200"/>
              <a:buNone/>
              <a:defRPr sz="3600">
                <a:solidFill>
                  <a:schemeClr val="lt2"/>
                </a:solidFill>
                <a:latin typeface="Jost"/>
                <a:ea typeface="Jost"/>
                <a:cs typeface="Jost"/>
                <a:sym typeface="Jost"/>
              </a:defRPr>
            </a:lvl2pPr>
            <a:lvl3pPr lvl="2" algn="l">
              <a:lnSpc>
                <a:spcPct val="100000"/>
              </a:lnSpc>
              <a:spcBef>
                <a:spcPts val="0"/>
              </a:spcBef>
              <a:spcAft>
                <a:spcPts val="0"/>
              </a:spcAft>
              <a:buSzPts val="1200"/>
              <a:buNone/>
              <a:defRPr sz="3600">
                <a:solidFill>
                  <a:schemeClr val="lt2"/>
                </a:solidFill>
                <a:latin typeface="Jost"/>
                <a:ea typeface="Jost"/>
                <a:cs typeface="Jost"/>
                <a:sym typeface="Jost"/>
              </a:defRPr>
            </a:lvl3pPr>
            <a:lvl4pPr lvl="3" algn="l">
              <a:lnSpc>
                <a:spcPct val="100000"/>
              </a:lnSpc>
              <a:spcBef>
                <a:spcPts val="0"/>
              </a:spcBef>
              <a:spcAft>
                <a:spcPts val="0"/>
              </a:spcAft>
              <a:buSzPts val="1200"/>
              <a:buNone/>
              <a:defRPr sz="3600">
                <a:solidFill>
                  <a:schemeClr val="lt2"/>
                </a:solidFill>
                <a:latin typeface="Jost"/>
                <a:ea typeface="Jost"/>
                <a:cs typeface="Jost"/>
                <a:sym typeface="Jost"/>
              </a:defRPr>
            </a:lvl4pPr>
            <a:lvl5pPr lvl="4" algn="l">
              <a:lnSpc>
                <a:spcPct val="100000"/>
              </a:lnSpc>
              <a:spcBef>
                <a:spcPts val="0"/>
              </a:spcBef>
              <a:spcAft>
                <a:spcPts val="0"/>
              </a:spcAft>
              <a:buSzPts val="1200"/>
              <a:buNone/>
              <a:defRPr sz="3600">
                <a:solidFill>
                  <a:schemeClr val="lt2"/>
                </a:solidFill>
                <a:latin typeface="Jost"/>
                <a:ea typeface="Jost"/>
                <a:cs typeface="Jost"/>
                <a:sym typeface="Jost"/>
              </a:defRPr>
            </a:lvl5pPr>
            <a:lvl6pPr lvl="5" algn="l">
              <a:lnSpc>
                <a:spcPct val="100000"/>
              </a:lnSpc>
              <a:spcBef>
                <a:spcPts val="0"/>
              </a:spcBef>
              <a:spcAft>
                <a:spcPts val="0"/>
              </a:spcAft>
              <a:buSzPts val="1200"/>
              <a:buNone/>
              <a:defRPr sz="3600">
                <a:solidFill>
                  <a:schemeClr val="lt2"/>
                </a:solidFill>
                <a:latin typeface="Jost"/>
                <a:ea typeface="Jost"/>
                <a:cs typeface="Jost"/>
                <a:sym typeface="Jost"/>
              </a:defRPr>
            </a:lvl6pPr>
            <a:lvl7pPr lvl="6" algn="l">
              <a:lnSpc>
                <a:spcPct val="100000"/>
              </a:lnSpc>
              <a:spcBef>
                <a:spcPts val="0"/>
              </a:spcBef>
              <a:spcAft>
                <a:spcPts val="0"/>
              </a:spcAft>
              <a:buSzPts val="1200"/>
              <a:buNone/>
              <a:defRPr sz="3600">
                <a:solidFill>
                  <a:schemeClr val="lt2"/>
                </a:solidFill>
                <a:latin typeface="Jost"/>
                <a:ea typeface="Jost"/>
                <a:cs typeface="Jost"/>
                <a:sym typeface="Jost"/>
              </a:defRPr>
            </a:lvl7pPr>
            <a:lvl8pPr lvl="7" algn="l">
              <a:lnSpc>
                <a:spcPct val="100000"/>
              </a:lnSpc>
              <a:spcBef>
                <a:spcPts val="0"/>
              </a:spcBef>
              <a:spcAft>
                <a:spcPts val="0"/>
              </a:spcAft>
              <a:buSzPts val="1200"/>
              <a:buNone/>
              <a:defRPr sz="3600">
                <a:solidFill>
                  <a:schemeClr val="lt2"/>
                </a:solidFill>
                <a:latin typeface="Jost"/>
                <a:ea typeface="Jost"/>
                <a:cs typeface="Jost"/>
                <a:sym typeface="Jost"/>
              </a:defRPr>
            </a:lvl8pPr>
            <a:lvl9pPr lvl="8" algn="l">
              <a:lnSpc>
                <a:spcPct val="100000"/>
              </a:lnSpc>
              <a:spcBef>
                <a:spcPts val="0"/>
              </a:spcBef>
              <a:spcAft>
                <a:spcPts val="0"/>
              </a:spcAft>
              <a:buSzPts val="1200"/>
              <a:buNone/>
              <a:defRPr sz="3600">
                <a:solidFill>
                  <a:schemeClr val="lt2"/>
                </a:solidFill>
                <a:latin typeface="Jost"/>
                <a:ea typeface="Jost"/>
                <a:cs typeface="Jost"/>
                <a:sym typeface="Jost"/>
              </a:defRPr>
            </a:lvl9pPr>
          </a:lstStyle>
          <a:p/>
        </p:txBody>
      </p:sp>
      <p:sp>
        <p:nvSpPr>
          <p:cNvPr id="292" name="Google Shape;292;p51"/>
          <p:cNvSpPr txBox="1"/>
          <p:nvPr>
            <p:ph idx="18" type="subTitle"/>
          </p:nvPr>
        </p:nvSpPr>
        <p:spPr>
          <a:xfrm>
            <a:off x="3739563" y="2663863"/>
            <a:ext cx="12528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000"/>
            </a:lvl1pPr>
            <a:lvl2pPr lvl="1" algn="l">
              <a:lnSpc>
                <a:spcPct val="100000"/>
              </a:lnSpc>
              <a:spcBef>
                <a:spcPts val="0"/>
              </a:spcBef>
              <a:spcAft>
                <a:spcPts val="0"/>
              </a:spcAft>
              <a:buSzPts val="1200"/>
              <a:buNone/>
              <a:defRPr sz="1000"/>
            </a:lvl2pPr>
            <a:lvl3pPr lvl="2" algn="l">
              <a:lnSpc>
                <a:spcPct val="100000"/>
              </a:lnSpc>
              <a:spcBef>
                <a:spcPts val="0"/>
              </a:spcBef>
              <a:spcAft>
                <a:spcPts val="0"/>
              </a:spcAft>
              <a:buSzPts val="1200"/>
              <a:buNone/>
              <a:defRPr sz="1000"/>
            </a:lvl3pPr>
            <a:lvl4pPr lvl="3" algn="l">
              <a:lnSpc>
                <a:spcPct val="100000"/>
              </a:lnSpc>
              <a:spcBef>
                <a:spcPts val="0"/>
              </a:spcBef>
              <a:spcAft>
                <a:spcPts val="0"/>
              </a:spcAft>
              <a:buSzPts val="1200"/>
              <a:buNone/>
              <a:defRPr sz="1000"/>
            </a:lvl4pPr>
            <a:lvl5pPr lvl="4" algn="l">
              <a:lnSpc>
                <a:spcPct val="100000"/>
              </a:lnSpc>
              <a:spcBef>
                <a:spcPts val="0"/>
              </a:spcBef>
              <a:spcAft>
                <a:spcPts val="0"/>
              </a:spcAft>
              <a:buSzPts val="1200"/>
              <a:buNone/>
              <a:defRPr sz="1000"/>
            </a:lvl5pPr>
            <a:lvl6pPr lvl="5" algn="l">
              <a:lnSpc>
                <a:spcPct val="100000"/>
              </a:lnSpc>
              <a:spcBef>
                <a:spcPts val="0"/>
              </a:spcBef>
              <a:spcAft>
                <a:spcPts val="0"/>
              </a:spcAft>
              <a:buSzPts val="1200"/>
              <a:buNone/>
              <a:defRPr sz="1000"/>
            </a:lvl6pPr>
            <a:lvl7pPr lvl="6" algn="l">
              <a:lnSpc>
                <a:spcPct val="100000"/>
              </a:lnSpc>
              <a:spcBef>
                <a:spcPts val="0"/>
              </a:spcBef>
              <a:spcAft>
                <a:spcPts val="0"/>
              </a:spcAft>
              <a:buSzPts val="1200"/>
              <a:buNone/>
              <a:defRPr sz="1000"/>
            </a:lvl7pPr>
            <a:lvl8pPr lvl="7" algn="l">
              <a:lnSpc>
                <a:spcPct val="100000"/>
              </a:lnSpc>
              <a:spcBef>
                <a:spcPts val="0"/>
              </a:spcBef>
              <a:spcAft>
                <a:spcPts val="0"/>
              </a:spcAft>
              <a:buSzPts val="1200"/>
              <a:buNone/>
              <a:defRPr sz="1000"/>
            </a:lvl8pPr>
            <a:lvl9pPr lvl="8" algn="l">
              <a:lnSpc>
                <a:spcPct val="100000"/>
              </a:lnSpc>
              <a:spcBef>
                <a:spcPts val="0"/>
              </a:spcBef>
              <a:spcAft>
                <a:spcPts val="0"/>
              </a:spcAft>
              <a:buSzPts val="1200"/>
              <a:buNone/>
              <a:defRPr sz="1000"/>
            </a:lvl9pPr>
          </a:lstStyle>
          <a:p/>
        </p:txBody>
      </p:sp>
      <p:sp>
        <p:nvSpPr>
          <p:cNvPr id="293" name="Google Shape;293;p51"/>
          <p:cNvSpPr txBox="1"/>
          <p:nvPr>
            <p:ph idx="19" type="subTitle"/>
          </p:nvPr>
        </p:nvSpPr>
        <p:spPr>
          <a:xfrm>
            <a:off x="3741038" y="2090424"/>
            <a:ext cx="1252800" cy="42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3600">
                <a:solidFill>
                  <a:schemeClr val="lt2"/>
                </a:solidFill>
                <a:latin typeface="Jost"/>
                <a:ea typeface="Jost"/>
                <a:cs typeface="Jost"/>
                <a:sym typeface="Jost"/>
              </a:defRPr>
            </a:lvl1pPr>
            <a:lvl2pPr lvl="1" algn="l">
              <a:lnSpc>
                <a:spcPct val="100000"/>
              </a:lnSpc>
              <a:spcBef>
                <a:spcPts val="0"/>
              </a:spcBef>
              <a:spcAft>
                <a:spcPts val="0"/>
              </a:spcAft>
              <a:buSzPts val="1200"/>
              <a:buNone/>
              <a:defRPr sz="3600">
                <a:solidFill>
                  <a:schemeClr val="lt2"/>
                </a:solidFill>
                <a:latin typeface="Jost"/>
                <a:ea typeface="Jost"/>
                <a:cs typeface="Jost"/>
                <a:sym typeface="Jost"/>
              </a:defRPr>
            </a:lvl2pPr>
            <a:lvl3pPr lvl="2" algn="l">
              <a:lnSpc>
                <a:spcPct val="100000"/>
              </a:lnSpc>
              <a:spcBef>
                <a:spcPts val="0"/>
              </a:spcBef>
              <a:spcAft>
                <a:spcPts val="0"/>
              </a:spcAft>
              <a:buSzPts val="1200"/>
              <a:buNone/>
              <a:defRPr sz="3600">
                <a:solidFill>
                  <a:schemeClr val="lt2"/>
                </a:solidFill>
                <a:latin typeface="Jost"/>
                <a:ea typeface="Jost"/>
                <a:cs typeface="Jost"/>
                <a:sym typeface="Jost"/>
              </a:defRPr>
            </a:lvl3pPr>
            <a:lvl4pPr lvl="3" algn="l">
              <a:lnSpc>
                <a:spcPct val="100000"/>
              </a:lnSpc>
              <a:spcBef>
                <a:spcPts val="0"/>
              </a:spcBef>
              <a:spcAft>
                <a:spcPts val="0"/>
              </a:spcAft>
              <a:buSzPts val="1200"/>
              <a:buNone/>
              <a:defRPr sz="3600">
                <a:solidFill>
                  <a:schemeClr val="lt2"/>
                </a:solidFill>
                <a:latin typeface="Jost"/>
                <a:ea typeface="Jost"/>
                <a:cs typeface="Jost"/>
                <a:sym typeface="Jost"/>
              </a:defRPr>
            </a:lvl4pPr>
            <a:lvl5pPr lvl="4" algn="l">
              <a:lnSpc>
                <a:spcPct val="100000"/>
              </a:lnSpc>
              <a:spcBef>
                <a:spcPts val="0"/>
              </a:spcBef>
              <a:spcAft>
                <a:spcPts val="0"/>
              </a:spcAft>
              <a:buSzPts val="1200"/>
              <a:buNone/>
              <a:defRPr sz="3600">
                <a:solidFill>
                  <a:schemeClr val="lt2"/>
                </a:solidFill>
                <a:latin typeface="Jost"/>
                <a:ea typeface="Jost"/>
                <a:cs typeface="Jost"/>
                <a:sym typeface="Jost"/>
              </a:defRPr>
            </a:lvl5pPr>
            <a:lvl6pPr lvl="5" algn="l">
              <a:lnSpc>
                <a:spcPct val="100000"/>
              </a:lnSpc>
              <a:spcBef>
                <a:spcPts val="0"/>
              </a:spcBef>
              <a:spcAft>
                <a:spcPts val="0"/>
              </a:spcAft>
              <a:buSzPts val="1200"/>
              <a:buNone/>
              <a:defRPr sz="3600">
                <a:solidFill>
                  <a:schemeClr val="lt2"/>
                </a:solidFill>
                <a:latin typeface="Jost"/>
                <a:ea typeface="Jost"/>
                <a:cs typeface="Jost"/>
                <a:sym typeface="Jost"/>
              </a:defRPr>
            </a:lvl6pPr>
            <a:lvl7pPr lvl="6" algn="l">
              <a:lnSpc>
                <a:spcPct val="100000"/>
              </a:lnSpc>
              <a:spcBef>
                <a:spcPts val="0"/>
              </a:spcBef>
              <a:spcAft>
                <a:spcPts val="0"/>
              </a:spcAft>
              <a:buSzPts val="1200"/>
              <a:buNone/>
              <a:defRPr sz="3600">
                <a:solidFill>
                  <a:schemeClr val="lt2"/>
                </a:solidFill>
                <a:latin typeface="Jost"/>
                <a:ea typeface="Jost"/>
                <a:cs typeface="Jost"/>
                <a:sym typeface="Jost"/>
              </a:defRPr>
            </a:lvl7pPr>
            <a:lvl8pPr lvl="7" algn="l">
              <a:lnSpc>
                <a:spcPct val="100000"/>
              </a:lnSpc>
              <a:spcBef>
                <a:spcPts val="0"/>
              </a:spcBef>
              <a:spcAft>
                <a:spcPts val="0"/>
              </a:spcAft>
              <a:buSzPts val="1200"/>
              <a:buNone/>
              <a:defRPr sz="3600">
                <a:solidFill>
                  <a:schemeClr val="lt2"/>
                </a:solidFill>
                <a:latin typeface="Jost"/>
                <a:ea typeface="Jost"/>
                <a:cs typeface="Jost"/>
                <a:sym typeface="Jost"/>
              </a:defRPr>
            </a:lvl8pPr>
            <a:lvl9pPr lvl="8" algn="l">
              <a:lnSpc>
                <a:spcPct val="100000"/>
              </a:lnSpc>
              <a:spcBef>
                <a:spcPts val="0"/>
              </a:spcBef>
              <a:spcAft>
                <a:spcPts val="0"/>
              </a:spcAft>
              <a:buSzPts val="1200"/>
              <a:buNone/>
              <a:defRPr sz="3600">
                <a:solidFill>
                  <a:schemeClr val="lt2"/>
                </a:solidFill>
                <a:latin typeface="Jost"/>
                <a:ea typeface="Jost"/>
                <a:cs typeface="Jost"/>
                <a:sym typeface="Jost"/>
              </a:defRPr>
            </a:lvl9pPr>
          </a:lstStyle>
          <a:p/>
        </p:txBody>
      </p:sp>
      <p:sp>
        <p:nvSpPr>
          <p:cNvPr id="294" name="Google Shape;294;p51"/>
          <p:cNvSpPr txBox="1"/>
          <p:nvPr>
            <p:ph idx="20" type="subTitle"/>
          </p:nvPr>
        </p:nvSpPr>
        <p:spPr>
          <a:xfrm>
            <a:off x="228600" y="1718663"/>
            <a:ext cx="3130200" cy="3039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200"/>
              <a:buNone/>
              <a:defRPr sz="1600"/>
            </a:lvl1pPr>
            <a:lvl2pPr lvl="1" algn="l">
              <a:lnSpc>
                <a:spcPct val="100000"/>
              </a:lnSpc>
              <a:spcBef>
                <a:spcPts val="0"/>
              </a:spcBef>
              <a:spcAft>
                <a:spcPts val="0"/>
              </a:spcAft>
              <a:buSzPts val="1200"/>
              <a:buNone/>
              <a:defRPr sz="1600"/>
            </a:lvl2pPr>
            <a:lvl3pPr lvl="2" algn="l">
              <a:lnSpc>
                <a:spcPct val="100000"/>
              </a:lnSpc>
              <a:spcBef>
                <a:spcPts val="0"/>
              </a:spcBef>
              <a:spcAft>
                <a:spcPts val="0"/>
              </a:spcAft>
              <a:buSzPts val="1200"/>
              <a:buNone/>
              <a:defRPr sz="1600"/>
            </a:lvl3pPr>
            <a:lvl4pPr lvl="3" algn="l">
              <a:lnSpc>
                <a:spcPct val="100000"/>
              </a:lnSpc>
              <a:spcBef>
                <a:spcPts val="0"/>
              </a:spcBef>
              <a:spcAft>
                <a:spcPts val="0"/>
              </a:spcAft>
              <a:buSzPts val="1200"/>
              <a:buNone/>
              <a:defRPr sz="1600"/>
            </a:lvl4pPr>
            <a:lvl5pPr lvl="4" algn="l">
              <a:lnSpc>
                <a:spcPct val="100000"/>
              </a:lnSpc>
              <a:spcBef>
                <a:spcPts val="0"/>
              </a:spcBef>
              <a:spcAft>
                <a:spcPts val="0"/>
              </a:spcAft>
              <a:buSzPts val="1200"/>
              <a:buNone/>
              <a:defRPr sz="1600"/>
            </a:lvl5pPr>
            <a:lvl6pPr lvl="5" algn="l">
              <a:lnSpc>
                <a:spcPct val="100000"/>
              </a:lnSpc>
              <a:spcBef>
                <a:spcPts val="0"/>
              </a:spcBef>
              <a:spcAft>
                <a:spcPts val="0"/>
              </a:spcAft>
              <a:buSzPts val="1200"/>
              <a:buNone/>
              <a:defRPr sz="1600"/>
            </a:lvl6pPr>
            <a:lvl7pPr lvl="6" algn="l">
              <a:lnSpc>
                <a:spcPct val="100000"/>
              </a:lnSpc>
              <a:spcBef>
                <a:spcPts val="0"/>
              </a:spcBef>
              <a:spcAft>
                <a:spcPts val="0"/>
              </a:spcAft>
              <a:buSzPts val="1200"/>
              <a:buNone/>
              <a:defRPr sz="1600"/>
            </a:lvl7pPr>
            <a:lvl8pPr lvl="7" algn="l">
              <a:lnSpc>
                <a:spcPct val="100000"/>
              </a:lnSpc>
              <a:spcBef>
                <a:spcPts val="0"/>
              </a:spcBef>
              <a:spcAft>
                <a:spcPts val="0"/>
              </a:spcAft>
              <a:buSzPts val="1200"/>
              <a:buNone/>
              <a:defRPr sz="1600"/>
            </a:lvl8pPr>
            <a:lvl9pPr lvl="8" algn="l">
              <a:lnSpc>
                <a:spcPct val="100000"/>
              </a:lnSpc>
              <a:spcBef>
                <a:spcPts val="0"/>
              </a:spcBef>
              <a:spcAft>
                <a:spcPts val="0"/>
              </a:spcAft>
              <a:buSzPts val="1200"/>
              <a:buNone/>
              <a:defRPr sz="1600"/>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 Alt 1">
  <p:cSld name="CUSTOM_8_1_1_1_1_1_1_1_1_1_1_1_1_1_1_1_1_1_1_1_1_1_1_1_1_1_1_1_1_1_1_1_1_1_1_1">
    <p:spTree>
      <p:nvGrpSpPr>
        <p:cNvPr id="295" name="Shape 295"/>
        <p:cNvGrpSpPr/>
        <p:nvPr/>
      </p:nvGrpSpPr>
      <p:grpSpPr>
        <a:xfrm>
          <a:off x="0" y="0"/>
          <a:ext cx="0" cy="0"/>
          <a:chOff x="0" y="0"/>
          <a:chExt cx="0" cy="0"/>
        </a:xfrm>
      </p:grpSpPr>
      <p:sp>
        <p:nvSpPr>
          <p:cNvPr id="296" name="Google Shape;296;p52"/>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97" name="Google Shape;297;p52"/>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298" name="Google Shape;298;p52"/>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2pPr>
            <a:lvl3pPr lvl="2"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3pPr>
            <a:lvl4pPr lvl="3"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4pPr>
            <a:lvl5pPr lvl="4"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5pPr>
            <a:lvl6pPr lvl="5"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6pPr>
            <a:lvl7pPr lvl="6"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7pPr>
            <a:lvl8pPr lvl="7"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8pPr>
            <a:lvl9pPr lvl="8" algn="l">
              <a:lnSpc>
                <a:spcPct val="100000"/>
              </a:lnSpc>
              <a:spcBef>
                <a:spcPts val="0"/>
              </a:spcBef>
              <a:spcAft>
                <a:spcPts val="0"/>
              </a:spcAft>
              <a:buClr>
                <a:schemeClr val="dk1"/>
              </a:buClr>
              <a:buSzPts val="2000"/>
              <a:buFont typeface="Figtree"/>
              <a:buNone/>
              <a:defRPr sz="2000">
                <a:solidFill>
                  <a:schemeClr val="dk1"/>
                </a:solidFill>
                <a:latin typeface="Figtree"/>
                <a:ea typeface="Figtree"/>
                <a:cs typeface="Figtree"/>
                <a:sym typeface="Figtree"/>
              </a:defRPr>
            </a:lvl9pPr>
          </a:lstStyle>
          <a:p/>
        </p:txBody>
      </p:sp>
      <p:sp>
        <p:nvSpPr>
          <p:cNvPr id="299" name="Google Shape;299;p52"/>
          <p:cNvSpPr txBox="1"/>
          <p:nvPr>
            <p:ph idx="1" type="subTitle"/>
          </p:nvPr>
        </p:nvSpPr>
        <p:spPr>
          <a:xfrm>
            <a:off x="228600" y="792994"/>
            <a:ext cx="31302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SzPts val="1200"/>
              <a:buNone/>
              <a:defRPr sz="1200">
                <a:latin typeface="Jost"/>
                <a:ea typeface="Jost"/>
                <a:cs typeface="Jost"/>
                <a:sym typeface="Jost"/>
              </a:defRPr>
            </a:lvl2pPr>
            <a:lvl3pPr lvl="2" algn="l">
              <a:lnSpc>
                <a:spcPct val="100000"/>
              </a:lnSpc>
              <a:spcBef>
                <a:spcPts val="0"/>
              </a:spcBef>
              <a:spcAft>
                <a:spcPts val="0"/>
              </a:spcAft>
              <a:buSzPts val="1200"/>
              <a:buNone/>
              <a:defRPr sz="1200">
                <a:latin typeface="Jost"/>
                <a:ea typeface="Jost"/>
                <a:cs typeface="Jost"/>
                <a:sym typeface="Jost"/>
              </a:defRPr>
            </a:lvl3pPr>
            <a:lvl4pPr lvl="3" algn="l">
              <a:lnSpc>
                <a:spcPct val="100000"/>
              </a:lnSpc>
              <a:spcBef>
                <a:spcPts val="0"/>
              </a:spcBef>
              <a:spcAft>
                <a:spcPts val="0"/>
              </a:spcAft>
              <a:buSzPts val="1200"/>
              <a:buNone/>
              <a:defRPr sz="1200">
                <a:latin typeface="Jost"/>
                <a:ea typeface="Jost"/>
                <a:cs typeface="Jost"/>
                <a:sym typeface="Jost"/>
              </a:defRPr>
            </a:lvl4pPr>
            <a:lvl5pPr lvl="4" algn="l">
              <a:lnSpc>
                <a:spcPct val="100000"/>
              </a:lnSpc>
              <a:spcBef>
                <a:spcPts val="0"/>
              </a:spcBef>
              <a:spcAft>
                <a:spcPts val="0"/>
              </a:spcAft>
              <a:buSzPts val="1200"/>
              <a:buNone/>
              <a:defRPr sz="1200">
                <a:latin typeface="Jost"/>
                <a:ea typeface="Jost"/>
                <a:cs typeface="Jost"/>
                <a:sym typeface="Jost"/>
              </a:defRPr>
            </a:lvl5pPr>
            <a:lvl6pPr lvl="5" algn="l">
              <a:lnSpc>
                <a:spcPct val="100000"/>
              </a:lnSpc>
              <a:spcBef>
                <a:spcPts val="0"/>
              </a:spcBef>
              <a:spcAft>
                <a:spcPts val="0"/>
              </a:spcAft>
              <a:buSzPts val="1200"/>
              <a:buNone/>
              <a:defRPr sz="1200">
                <a:latin typeface="Jost"/>
                <a:ea typeface="Jost"/>
                <a:cs typeface="Jost"/>
                <a:sym typeface="Jost"/>
              </a:defRPr>
            </a:lvl6pPr>
            <a:lvl7pPr lvl="6" algn="l">
              <a:lnSpc>
                <a:spcPct val="100000"/>
              </a:lnSpc>
              <a:spcBef>
                <a:spcPts val="0"/>
              </a:spcBef>
              <a:spcAft>
                <a:spcPts val="0"/>
              </a:spcAft>
              <a:buSzPts val="1200"/>
              <a:buNone/>
              <a:defRPr sz="1200">
                <a:latin typeface="Jost"/>
                <a:ea typeface="Jost"/>
                <a:cs typeface="Jost"/>
                <a:sym typeface="Jost"/>
              </a:defRPr>
            </a:lvl7pPr>
            <a:lvl8pPr lvl="7" algn="l">
              <a:lnSpc>
                <a:spcPct val="100000"/>
              </a:lnSpc>
              <a:spcBef>
                <a:spcPts val="0"/>
              </a:spcBef>
              <a:spcAft>
                <a:spcPts val="0"/>
              </a:spcAft>
              <a:buSzPts val="1200"/>
              <a:buNone/>
              <a:defRPr sz="1200">
                <a:latin typeface="Jost"/>
                <a:ea typeface="Jost"/>
                <a:cs typeface="Jost"/>
                <a:sym typeface="Jost"/>
              </a:defRPr>
            </a:lvl8pPr>
            <a:lvl9pPr lvl="8" algn="l">
              <a:lnSpc>
                <a:spcPct val="100000"/>
              </a:lnSpc>
              <a:spcBef>
                <a:spcPts val="0"/>
              </a:spcBef>
              <a:spcAft>
                <a:spcPts val="0"/>
              </a:spcAft>
              <a:buSzPts val="1200"/>
              <a:buNone/>
              <a:defRPr sz="1200">
                <a:latin typeface="Jost"/>
                <a:ea typeface="Jost"/>
                <a:cs typeface="Jost"/>
                <a:sym typeface="Jost"/>
              </a:defRPr>
            </a:lvl9pPr>
          </a:lstStyle>
          <a:p/>
        </p:txBody>
      </p:sp>
      <p:sp>
        <p:nvSpPr>
          <p:cNvPr id="300" name="Google Shape;300;p52"/>
          <p:cNvSpPr txBox="1"/>
          <p:nvPr>
            <p:ph idx="4" type="subTitle"/>
          </p:nvPr>
        </p:nvSpPr>
        <p:spPr>
          <a:xfrm>
            <a:off x="419070" y="2462250"/>
            <a:ext cx="1693800" cy="219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01" name="Google Shape;301;p52"/>
          <p:cNvSpPr txBox="1"/>
          <p:nvPr>
            <p:ph idx="5" type="subTitle"/>
          </p:nvPr>
        </p:nvSpPr>
        <p:spPr>
          <a:xfrm>
            <a:off x="419075" y="2708625"/>
            <a:ext cx="1550700" cy="126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900">
                <a:solidFill>
                  <a:schemeClr val="accent3"/>
                </a:solidFill>
                <a:latin typeface="Jost"/>
                <a:ea typeface="Jost"/>
                <a:cs typeface="Jost"/>
                <a:sym typeface="Jost"/>
              </a:defRPr>
            </a:lvl1pPr>
            <a:lvl2pPr lvl="1" algn="l">
              <a:lnSpc>
                <a:spcPct val="100000"/>
              </a:lnSpc>
              <a:spcBef>
                <a:spcPts val="0"/>
              </a:spcBef>
              <a:spcAft>
                <a:spcPts val="0"/>
              </a:spcAft>
              <a:buSzPts val="1200"/>
              <a:buNone/>
              <a:defRPr sz="900">
                <a:solidFill>
                  <a:schemeClr val="accent3"/>
                </a:solidFill>
                <a:latin typeface="Jost"/>
                <a:ea typeface="Jost"/>
                <a:cs typeface="Jost"/>
                <a:sym typeface="Jost"/>
              </a:defRPr>
            </a:lvl2pPr>
            <a:lvl3pPr lvl="2" algn="l">
              <a:lnSpc>
                <a:spcPct val="100000"/>
              </a:lnSpc>
              <a:spcBef>
                <a:spcPts val="0"/>
              </a:spcBef>
              <a:spcAft>
                <a:spcPts val="0"/>
              </a:spcAft>
              <a:buSzPts val="1200"/>
              <a:buNone/>
              <a:defRPr sz="900">
                <a:solidFill>
                  <a:schemeClr val="accent3"/>
                </a:solidFill>
                <a:latin typeface="Jost"/>
                <a:ea typeface="Jost"/>
                <a:cs typeface="Jost"/>
                <a:sym typeface="Jost"/>
              </a:defRPr>
            </a:lvl3pPr>
            <a:lvl4pPr lvl="3" algn="l">
              <a:lnSpc>
                <a:spcPct val="100000"/>
              </a:lnSpc>
              <a:spcBef>
                <a:spcPts val="0"/>
              </a:spcBef>
              <a:spcAft>
                <a:spcPts val="0"/>
              </a:spcAft>
              <a:buSzPts val="1200"/>
              <a:buNone/>
              <a:defRPr sz="900">
                <a:solidFill>
                  <a:schemeClr val="accent3"/>
                </a:solidFill>
                <a:latin typeface="Jost"/>
                <a:ea typeface="Jost"/>
                <a:cs typeface="Jost"/>
                <a:sym typeface="Jost"/>
              </a:defRPr>
            </a:lvl4pPr>
            <a:lvl5pPr lvl="4" algn="l">
              <a:lnSpc>
                <a:spcPct val="100000"/>
              </a:lnSpc>
              <a:spcBef>
                <a:spcPts val="0"/>
              </a:spcBef>
              <a:spcAft>
                <a:spcPts val="0"/>
              </a:spcAft>
              <a:buSzPts val="1200"/>
              <a:buNone/>
              <a:defRPr sz="900">
                <a:solidFill>
                  <a:schemeClr val="accent3"/>
                </a:solidFill>
                <a:latin typeface="Jost"/>
                <a:ea typeface="Jost"/>
                <a:cs typeface="Jost"/>
                <a:sym typeface="Jost"/>
              </a:defRPr>
            </a:lvl5pPr>
            <a:lvl6pPr lvl="5" algn="l">
              <a:lnSpc>
                <a:spcPct val="100000"/>
              </a:lnSpc>
              <a:spcBef>
                <a:spcPts val="0"/>
              </a:spcBef>
              <a:spcAft>
                <a:spcPts val="0"/>
              </a:spcAft>
              <a:buSzPts val="1200"/>
              <a:buNone/>
              <a:defRPr sz="900">
                <a:solidFill>
                  <a:schemeClr val="accent3"/>
                </a:solidFill>
                <a:latin typeface="Jost"/>
                <a:ea typeface="Jost"/>
                <a:cs typeface="Jost"/>
                <a:sym typeface="Jost"/>
              </a:defRPr>
            </a:lvl6pPr>
            <a:lvl7pPr lvl="6" algn="l">
              <a:lnSpc>
                <a:spcPct val="100000"/>
              </a:lnSpc>
              <a:spcBef>
                <a:spcPts val="0"/>
              </a:spcBef>
              <a:spcAft>
                <a:spcPts val="0"/>
              </a:spcAft>
              <a:buSzPts val="1200"/>
              <a:buNone/>
              <a:defRPr sz="900">
                <a:solidFill>
                  <a:schemeClr val="accent3"/>
                </a:solidFill>
                <a:latin typeface="Jost"/>
                <a:ea typeface="Jost"/>
                <a:cs typeface="Jost"/>
                <a:sym typeface="Jost"/>
              </a:defRPr>
            </a:lvl7pPr>
            <a:lvl8pPr lvl="7" algn="l">
              <a:lnSpc>
                <a:spcPct val="100000"/>
              </a:lnSpc>
              <a:spcBef>
                <a:spcPts val="0"/>
              </a:spcBef>
              <a:spcAft>
                <a:spcPts val="0"/>
              </a:spcAft>
              <a:buSzPts val="1200"/>
              <a:buNone/>
              <a:defRPr sz="900">
                <a:solidFill>
                  <a:schemeClr val="accent3"/>
                </a:solidFill>
                <a:latin typeface="Jost"/>
                <a:ea typeface="Jost"/>
                <a:cs typeface="Jost"/>
                <a:sym typeface="Jost"/>
              </a:defRPr>
            </a:lvl8pPr>
            <a:lvl9pPr lvl="8" algn="l">
              <a:lnSpc>
                <a:spcPct val="100000"/>
              </a:lnSpc>
              <a:spcBef>
                <a:spcPts val="0"/>
              </a:spcBef>
              <a:spcAft>
                <a:spcPts val="0"/>
              </a:spcAft>
              <a:buSzPts val="1200"/>
              <a:buNone/>
              <a:defRPr sz="900">
                <a:solidFill>
                  <a:schemeClr val="accent3"/>
                </a:solidFill>
                <a:latin typeface="Jost"/>
                <a:ea typeface="Jost"/>
                <a:cs typeface="Jost"/>
                <a:sym typeface="Jost"/>
              </a:defRPr>
            </a:lvl9pPr>
          </a:lstStyle>
          <a:p/>
        </p:txBody>
      </p:sp>
      <p:sp>
        <p:nvSpPr>
          <p:cNvPr id="302" name="Google Shape;302;p52"/>
          <p:cNvSpPr txBox="1"/>
          <p:nvPr>
            <p:ph idx="6" type="subTitle"/>
          </p:nvPr>
        </p:nvSpPr>
        <p:spPr>
          <a:xfrm>
            <a:off x="419076" y="4077075"/>
            <a:ext cx="1693800" cy="21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SzPts val="1200"/>
              <a:buNone/>
              <a:defRPr sz="1200">
                <a:latin typeface="Jost"/>
                <a:ea typeface="Jost"/>
                <a:cs typeface="Jost"/>
                <a:sym typeface="Jost"/>
              </a:defRPr>
            </a:lvl2pPr>
            <a:lvl3pPr lvl="2" algn="l">
              <a:lnSpc>
                <a:spcPct val="100000"/>
              </a:lnSpc>
              <a:spcBef>
                <a:spcPts val="0"/>
              </a:spcBef>
              <a:spcAft>
                <a:spcPts val="0"/>
              </a:spcAft>
              <a:buSzPts val="1200"/>
              <a:buNone/>
              <a:defRPr sz="1200">
                <a:latin typeface="Jost"/>
                <a:ea typeface="Jost"/>
                <a:cs typeface="Jost"/>
                <a:sym typeface="Jost"/>
              </a:defRPr>
            </a:lvl3pPr>
            <a:lvl4pPr lvl="3" algn="l">
              <a:lnSpc>
                <a:spcPct val="100000"/>
              </a:lnSpc>
              <a:spcBef>
                <a:spcPts val="0"/>
              </a:spcBef>
              <a:spcAft>
                <a:spcPts val="0"/>
              </a:spcAft>
              <a:buSzPts val="1200"/>
              <a:buNone/>
              <a:defRPr sz="1200">
                <a:latin typeface="Jost"/>
                <a:ea typeface="Jost"/>
                <a:cs typeface="Jost"/>
                <a:sym typeface="Jost"/>
              </a:defRPr>
            </a:lvl4pPr>
            <a:lvl5pPr lvl="4" algn="l">
              <a:lnSpc>
                <a:spcPct val="100000"/>
              </a:lnSpc>
              <a:spcBef>
                <a:spcPts val="0"/>
              </a:spcBef>
              <a:spcAft>
                <a:spcPts val="0"/>
              </a:spcAft>
              <a:buSzPts val="1200"/>
              <a:buNone/>
              <a:defRPr sz="1200">
                <a:latin typeface="Jost"/>
                <a:ea typeface="Jost"/>
                <a:cs typeface="Jost"/>
                <a:sym typeface="Jost"/>
              </a:defRPr>
            </a:lvl5pPr>
            <a:lvl6pPr lvl="5" algn="l">
              <a:lnSpc>
                <a:spcPct val="100000"/>
              </a:lnSpc>
              <a:spcBef>
                <a:spcPts val="0"/>
              </a:spcBef>
              <a:spcAft>
                <a:spcPts val="0"/>
              </a:spcAft>
              <a:buSzPts val="1200"/>
              <a:buNone/>
              <a:defRPr sz="1200">
                <a:latin typeface="Jost"/>
                <a:ea typeface="Jost"/>
                <a:cs typeface="Jost"/>
                <a:sym typeface="Jost"/>
              </a:defRPr>
            </a:lvl6pPr>
            <a:lvl7pPr lvl="6" algn="l">
              <a:lnSpc>
                <a:spcPct val="100000"/>
              </a:lnSpc>
              <a:spcBef>
                <a:spcPts val="0"/>
              </a:spcBef>
              <a:spcAft>
                <a:spcPts val="0"/>
              </a:spcAft>
              <a:buSzPts val="1200"/>
              <a:buNone/>
              <a:defRPr sz="1200">
                <a:latin typeface="Jost"/>
                <a:ea typeface="Jost"/>
                <a:cs typeface="Jost"/>
                <a:sym typeface="Jost"/>
              </a:defRPr>
            </a:lvl7pPr>
            <a:lvl8pPr lvl="7" algn="l">
              <a:lnSpc>
                <a:spcPct val="100000"/>
              </a:lnSpc>
              <a:spcBef>
                <a:spcPts val="0"/>
              </a:spcBef>
              <a:spcAft>
                <a:spcPts val="0"/>
              </a:spcAft>
              <a:buSzPts val="1200"/>
              <a:buNone/>
              <a:defRPr sz="1200">
                <a:latin typeface="Jost"/>
                <a:ea typeface="Jost"/>
                <a:cs typeface="Jost"/>
                <a:sym typeface="Jost"/>
              </a:defRPr>
            </a:lvl8pPr>
            <a:lvl9pPr lvl="8" algn="l">
              <a:lnSpc>
                <a:spcPct val="100000"/>
              </a:lnSpc>
              <a:spcBef>
                <a:spcPts val="0"/>
              </a:spcBef>
              <a:spcAft>
                <a:spcPts val="0"/>
              </a:spcAft>
              <a:buSzPts val="1200"/>
              <a:buNone/>
              <a:defRPr sz="1200">
                <a:latin typeface="Jost"/>
                <a:ea typeface="Jost"/>
                <a:cs typeface="Jost"/>
                <a:sym typeface="Jost"/>
              </a:defRPr>
            </a:lvl9pPr>
          </a:lstStyle>
          <a:p/>
        </p:txBody>
      </p:sp>
      <p:sp>
        <p:nvSpPr>
          <p:cNvPr id="303" name="Google Shape;303;p52"/>
          <p:cNvSpPr txBox="1"/>
          <p:nvPr>
            <p:ph idx="7" type="subTitle"/>
          </p:nvPr>
        </p:nvSpPr>
        <p:spPr>
          <a:xfrm>
            <a:off x="2624407" y="2462250"/>
            <a:ext cx="1693800" cy="219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04" name="Google Shape;304;p52"/>
          <p:cNvSpPr txBox="1"/>
          <p:nvPr>
            <p:ph idx="8" type="subTitle"/>
          </p:nvPr>
        </p:nvSpPr>
        <p:spPr>
          <a:xfrm>
            <a:off x="2624413" y="2708625"/>
            <a:ext cx="1550700" cy="126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900">
                <a:solidFill>
                  <a:schemeClr val="accent3"/>
                </a:solidFill>
                <a:latin typeface="Jost"/>
                <a:ea typeface="Jost"/>
                <a:cs typeface="Jost"/>
                <a:sym typeface="Jost"/>
              </a:defRPr>
            </a:lvl1pPr>
            <a:lvl2pPr lvl="1" algn="l">
              <a:lnSpc>
                <a:spcPct val="100000"/>
              </a:lnSpc>
              <a:spcBef>
                <a:spcPts val="0"/>
              </a:spcBef>
              <a:spcAft>
                <a:spcPts val="0"/>
              </a:spcAft>
              <a:buSzPts val="1200"/>
              <a:buNone/>
              <a:defRPr sz="900">
                <a:solidFill>
                  <a:schemeClr val="accent3"/>
                </a:solidFill>
                <a:latin typeface="Jost"/>
                <a:ea typeface="Jost"/>
                <a:cs typeface="Jost"/>
                <a:sym typeface="Jost"/>
              </a:defRPr>
            </a:lvl2pPr>
            <a:lvl3pPr lvl="2" algn="l">
              <a:lnSpc>
                <a:spcPct val="100000"/>
              </a:lnSpc>
              <a:spcBef>
                <a:spcPts val="0"/>
              </a:spcBef>
              <a:spcAft>
                <a:spcPts val="0"/>
              </a:spcAft>
              <a:buSzPts val="1200"/>
              <a:buNone/>
              <a:defRPr sz="900">
                <a:solidFill>
                  <a:schemeClr val="accent3"/>
                </a:solidFill>
                <a:latin typeface="Jost"/>
                <a:ea typeface="Jost"/>
                <a:cs typeface="Jost"/>
                <a:sym typeface="Jost"/>
              </a:defRPr>
            </a:lvl3pPr>
            <a:lvl4pPr lvl="3" algn="l">
              <a:lnSpc>
                <a:spcPct val="100000"/>
              </a:lnSpc>
              <a:spcBef>
                <a:spcPts val="0"/>
              </a:spcBef>
              <a:spcAft>
                <a:spcPts val="0"/>
              </a:spcAft>
              <a:buSzPts val="1200"/>
              <a:buNone/>
              <a:defRPr sz="900">
                <a:solidFill>
                  <a:schemeClr val="accent3"/>
                </a:solidFill>
                <a:latin typeface="Jost"/>
                <a:ea typeface="Jost"/>
                <a:cs typeface="Jost"/>
                <a:sym typeface="Jost"/>
              </a:defRPr>
            </a:lvl4pPr>
            <a:lvl5pPr lvl="4" algn="l">
              <a:lnSpc>
                <a:spcPct val="100000"/>
              </a:lnSpc>
              <a:spcBef>
                <a:spcPts val="0"/>
              </a:spcBef>
              <a:spcAft>
                <a:spcPts val="0"/>
              </a:spcAft>
              <a:buSzPts val="1200"/>
              <a:buNone/>
              <a:defRPr sz="900">
                <a:solidFill>
                  <a:schemeClr val="accent3"/>
                </a:solidFill>
                <a:latin typeface="Jost"/>
                <a:ea typeface="Jost"/>
                <a:cs typeface="Jost"/>
                <a:sym typeface="Jost"/>
              </a:defRPr>
            </a:lvl5pPr>
            <a:lvl6pPr lvl="5" algn="l">
              <a:lnSpc>
                <a:spcPct val="100000"/>
              </a:lnSpc>
              <a:spcBef>
                <a:spcPts val="0"/>
              </a:spcBef>
              <a:spcAft>
                <a:spcPts val="0"/>
              </a:spcAft>
              <a:buSzPts val="1200"/>
              <a:buNone/>
              <a:defRPr sz="900">
                <a:solidFill>
                  <a:schemeClr val="accent3"/>
                </a:solidFill>
                <a:latin typeface="Jost"/>
                <a:ea typeface="Jost"/>
                <a:cs typeface="Jost"/>
                <a:sym typeface="Jost"/>
              </a:defRPr>
            </a:lvl6pPr>
            <a:lvl7pPr lvl="6" algn="l">
              <a:lnSpc>
                <a:spcPct val="100000"/>
              </a:lnSpc>
              <a:spcBef>
                <a:spcPts val="0"/>
              </a:spcBef>
              <a:spcAft>
                <a:spcPts val="0"/>
              </a:spcAft>
              <a:buSzPts val="1200"/>
              <a:buNone/>
              <a:defRPr sz="900">
                <a:solidFill>
                  <a:schemeClr val="accent3"/>
                </a:solidFill>
                <a:latin typeface="Jost"/>
                <a:ea typeface="Jost"/>
                <a:cs typeface="Jost"/>
                <a:sym typeface="Jost"/>
              </a:defRPr>
            </a:lvl7pPr>
            <a:lvl8pPr lvl="7" algn="l">
              <a:lnSpc>
                <a:spcPct val="100000"/>
              </a:lnSpc>
              <a:spcBef>
                <a:spcPts val="0"/>
              </a:spcBef>
              <a:spcAft>
                <a:spcPts val="0"/>
              </a:spcAft>
              <a:buSzPts val="1200"/>
              <a:buNone/>
              <a:defRPr sz="900">
                <a:solidFill>
                  <a:schemeClr val="accent3"/>
                </a:solidFill>
                <a:latin typeface="Jost"/>
                <a:ea typeface="Jost"/>
                <a:cs typeface="Jost"/>
                <a:sym typeface="Jost"/>
              </a:defRPr>
            </a:lvl8pPr>
            <a:lvl9pPr lvl="8" algn="l">
              <a:lnSpc>
                <a:spcPct val="100000"/>
              </a:lnSpc>
              <a:spcBef>
                <a:spcPts val="0"/>
              </a:spcBef>
              <a:spcAft>
                <a:spcPts val="0"/>
              </a:spcAft>
              <a:buSzPts val="1200"/>
              <a:buNone/>
              <a:defRPr sz="900">
                <a:solidFill>
                  <a:schemeClr val="accent3"/>
                </a:solidFill>
                <a:latin typeface="Jost"/>
                <a:ea typeface="Jost"/>
                <a:cs typeface="Jost"/>
                <a:sym typeface="Jost"/>
              </a:defRPr>
            </a:lvl9pPr>
          </a:lstStyle>
          <a:p/>
        </p:txBody>
      </p:sp>
      <p:sp>
        <p:nvSpPr>
          <p:cNvPr id="305" name="Google Shape;305;p52"/>
          <p:cNvSpPr txBox="1"/>
          <p:nvPr>
            <p:ph idx="9" type="subTitle"/>
          </p:nvPr>
        </p:nvSpPr>
        <p:spPr>
          <a:xfrm>
            <a:off x="2624413" y="4077075"/>
            <a:ext cx="1693800" cy="21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SzPts val="1200"/>
              <a:buNone/>
              <a:defRPr sz="1200">
                <a:latin typeface="Jost"/>
                <a:ea typeface="Jost"/>
                <a:cs typeface="Jost"/>
                <a:sym typeface="Jost"/>
              </a:defRPr>
            </a:lvl2pPr>
            <a:lvl3pPr lvl="2" algn="l">
              <a:lnSpc>
                <a:spcPct val="100000"/>
              </a:lnSpc>
              <a:spcBef>
                <a:spcPts val="0"/>
              </a:spcBef>
              <a:spcAft>
                <a:spcPts val="0"/>
              </a:spcAft>
              <a:buSzPts val="1200"/>
              <a:buNone/>
              <a:defRPr sz="1200">
                <a:latin typeface="Jost"/>
                <a:ea typeface="Jost"/>
                <a:cs typeface="Jost"/>
                <a:sym typeface="Jost"/>
              </a:defRPr>
            </a:lvl3pPr>
            <a:lvl4pPr lvl="3" algn="l">
              <a:lnSpc>
                <a:spcPct val="100000"/>
              </a:lnSpc>
              <a:spcBef>
                <a:spcPts val="0"/>
              </a:spcBef>
              <a:spcAft>
                <a:spcPts val="0"/>
              </a:spcAft>
              <a:buSzPts val="1200"/>
              <a:buNone/>
              <a:defRPr sz="1200">
                <a:latin typeface="Jost"/>
                <a:ea typeface="Jost"/>
                <a:cs typeface="Jost"/>
                <a:sym typeface="Jost"/>
              </a:defRPr>
            </a:lvl4pPr>
            <a:lvl5pPr lvl="4" algn="l">
              <a:lnSpc>
                <a:spcPct val="100000"/>
              </a:lnSpc>
              <a:spcBef>
                <a:spcPts val="0"/>
              </a:spcBef>
              <a:spcAft>
                <a:spcPts val="0"/>
              </a:spcAft>
              <a:buSzPts val="1200"/>
              <a:buNone/>
              <a:defRPr sz="1200">
                <a:latin typeface="Jost"/>
                <a:ea typeface="Jost"/>
                <a:cs typeface="Jost"/>
                <a:sym typeface="Jost"/>
              </a:defRPr>
            </a:lvl5pPr>
            <a:lvl6pPr lvl="5" algn="l">
              <a:lnSpc>
                <a:spcPct val="100000"/>
              </a:lnSpc>
              <a:spcBef>
                <a:spcPts val="0"/>
              </a:spcBef>
              <a:spcAft>
                <a:spcPts val="0"/>
              </a:spcAft>
              <a:buSzPts val="1200"/>
              <a:buNone/>
              <a:defRPr sz="1200">
                <a:latin typeface="Jost"/>
                <a:ea typeface="Jost"/>
                <a:cs typeface="Jost"/>
                <a:sym typeface="Jost"/>
              </a:defRPr>
            </a:lvl6pPr>
            <a:lvl7pPr lvl="6" algn="l">
              <a:lnSpc>
                <a:spcPct val="100000"/>
              </a:lnSpc>
              <a:spcBef>
                <a:spcPts val="0"/>
              </a:spcBef>
              <a:spcAft>
                <a:spcPts val="0"/>
              </a:spcAft>
              <a:buSzPts val="1200"/>
              <a:buNone/>
              <a:defRPr sz="1200">
                <a:latin typeface="Jost"/>
                <a:ea typeface="Jost"/>
                <a:cs typeface="Jost"/>
                <a:sym typeface="Jost"/>
              </a:defRPr>
            </a:lvl7pPr>
            <a:lvl8pPr lvl="7" algn="l">
              <a:lnSpc>
                <a:spcPct val="100000"/>
              </a:lnSpc>
              <a:spcBef>
                <a:spcPts val="0"/>
              </a:spcBef>
              <a:spcAft>
                <a:spcPts val="0"/>
              </a:spcAft>
              <a:buSzPts val="1200"/>
              <a:buNone/>
              <a:defRPr sz="1200">
                <a:latin typeface="Jost"/>
                <a:ea typeface="Jost"/>
                <a:cs typeface="Jost"/>
                <a:sym typeface="Jost"/>
              </a:defRPr>
            </a:lvl8pPr>
            <a:lvl9pPr lvl="8" algn="l">
              <a:lnSpc>
                <a:spcPct val="100000"/>
              </a:lnSpc>
              <a:spcBef>
                <a:spcPts val="0"/>
              </a:spcBef>
              <a:spcAft>
                <a:spcPts val="0"/>
              </a:spcAft>
              <a:buSzPts val="1200"/>
              <a:buNone/>
              <a:defRPr sz="1200">
                <a:latin typeface="Jost"/>
                <a:ea typeface="Jost"/>
                <a:cs typeface="Jost"/>
                <a:sym typeface="Jost"/>
              </a:defRPr>
            </a:lvl9pPr>
          </a:lstStyle>
          <a:p/>
        </p:txBody>
      </p:sp>
      <p:sp>
        <p:nvSpPr>
          <p:cNvPr id="306" name="Google Shape;306;p52"/>
          <p:cNvSpPr txBox="1"/>
          <p:nvPr>
            <p:ph idx="13" type="subTitle"/>
          </p:nvPr>
        </p:nvSpPr>
        <p:spPr>
          <a:xfrm>
            <a:off x="4815495" y="2462250"/>
            <a:ext cx="1693800" cy="219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07" name="Google Shape;307;p52"/>
          <p:cNvSpPr txBox="1"/>
          <p:nvPr>
            <p:ph idx="14" type="subTitle"/>
          </p:nvPr>
        </p:nvSpPr>
        <p:spPr>
          <a:xfrm>
            <a:off x="4815500" y="2708625"/>
            <a:ext cx="1550700" cy="126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900">
                <a:solidFill>
                  <a:schemeClr val="accent3"/>
                </a:solidFill>
                <a:latin typeface="Jost"/>
                <a:ea typeface="Jost"/>
                <a:cs typeface="Jost"/>
                <a:sym typeface="Jost"/>
              </a:defRPr>
            </a:lvl1pPr>
            <a:lvl2pPr lvl="1" algn="l">
              <a:lnSpc>
                <a:spcPct val="100000"/>
              </a:lnSpc>
              <a:spcBef>
                <a:spcPts val="0"/>
              </a:spcBef>
              <a:spcAft>
                <a:spcPts val="0"/>
              </a:spcAft>
              <a:buSzPts val="1200"/>
              <a:buNone/>
              <a:defRPr sz="900">
                <a:solidFill>
                  <a:schemeClr val="accent3"/>
                </a:solidFill>
                <a:latin typeface="Jost"/>
                <a:ea typeface="Jost"/>
                <a:cs typeface="Jost"/>
                <a:sym typeface="Jost"/>
              </a:defRPr>
            </a:lvl2pPr>
            <a:lvl3pPr lvl="2" algn="l">
              <a:lnSpc>
                <a:spcPct val="100000"/>
              </a:lnSpc>
              <a:spcBef>
                <a:spcPts val="0"/>
              </a:spcBef>
              <a:spcAft>
                <a:spcPts val="0"/>
              </a:spcAft>
              <a:buSzPts val="1200"/>
              <a:buNone/>
              <a:defRPr sz="900">
                <a:solidFill>
                  <a:schemeClr val="accent3"/>
                </a:solidFill>
                <a:latin typeface="Jost"/>
                <a:ea typeface="Jost"/>
                <a:cs typeface="Jost"/>
                <a:sym typeface="Jost"/>
              </a:defRPr>
            </a:lvl3pPr>
            <a:lvl4pPr lvl="3" algn="l">
              <a:lnSpc>
                <a:spcPct val="100000"/>
              </a:lnSpc>
              <a:spcBef>
                <a:spcPts val="0"/>
              </a:spcBef>
              <a:spcAft>
                <a:spcPts val="0"/>
              </a:spcAft>
              <a:buSzPts val="1200"/>
              <a:buNone/>
              <a:defRPr sz="900">
                <a:solidFill>
                  <a:schemeClr val="accent3"/>
                </a:solidFill>
                <a:latin typeface="Jost"/>
                <a:ea typeface="Jost"/>
                <a:cs typeface="Jost"/>
                <a:sym typeface="Jost"/>
              </a:defRPr>
            </a:lvl4pPr>
            <a:lvl5pPr lvl="4" algn="l">
              <a:lnSpc>
                <a:spcPct val="100000"/>
              </a:lnSpc>
              <a:spcBef>
                <a:spcPts val="0"/>
              </a:spcBef>
              <a:spcAft>
                <a:spcPts val="0"/>
              </a:spcAft>
              <a:buSzPts val="1200"/>
              <a:buNone/>
              <a:defRPr sz="900">
                <a:solidFill>
                  <a:schemeClr val="accent3"/>
                </a:solidFill>
                <a:latin typeface="Jost"/>
                <a:ea typeface="Jost"/>
                <a:cs typeface="Jost"/>
                <a:sym typeface="Jost"/>
              </a:defRPr>
            </a:lvl5pPr>
            <a:lvl6pPr lvl="5" algn="l">
              <a:lnSpc>
                <a:spcPct val="100000"/>
              </a:lnSpc>
              <a:spcBef>
                <a:spcPts val="0"/>
              </a:spcBef>
              <a:spcAft>
                <a:spcPts val="0"/>
              </a:spcAft>
              <a:buSzPts val="1200"/>
              <a:buNone/>
              <a:defRPr sz="900">
                <a:solidFill>
                  <a:schemeClr val="accent3"/>
                </a:solidFill>
                <a:latin typeface="Jost"/>
                <a:ea typeface="Jost"/>
                <a:cs typeface="Jost"/>
                <a:sym typeface="Jost"/>
              </a:defRPr>
            </a:lvl6pPr>
            <a:lvl7pPr lvl="6" algn="l">
              <a:lnSpc>
                <a:spcPct val="100000"/>
              </a:lnSpc>
              <a:spcBef>
                <a:spcPts val="0"/>
              </a:spcBef>
              <a:spcAft>
                <a:spcPts val="0"/>
              </a:spcAft>
              <a:buSzPts val="1200"/>
              <a:buNone/>
              <a:defRPr sz="900">
                <a:solidFill>
                  <a:schemeClr val="accent3"/>
                </a:solidFill>
                <a:latin typeface="Jost"/>
                <a:ea typeface="Jost"/>
                <a:cs typeface="Jost"/>
                <a:sym typeface="Jost"/>
              </a:defRPr>
            </a:lvl7pPr>
            <a:lvl8pPr lvl="7" algn="l">
              <a:lnSpc>
                <a:spcPct val="100000"/>
              </a:lnSpc>
              <a:spcBef>
                <a:spcPts val="0"/>
              </a:spcBef>
              <a:spcAft>
                <a:spcPts val="0"/>
              </a:spcAft>
              <a:buSzPts val="1200"/>
              <a:buNone/>
              <a:defRPr sz="900">
                <a:solidFill>
                  <a:schemeClr val="accent3"/>
                </a:solidFill>
                <a:latin typeface="Jost"/>
                <a:ea typeface="Jost"/>
                <a:cs typeface="Jost"/>
                <a:sym typeface="Jost"/>
              </a:defRPr>
            </a:lvl8pPr>
            <a:lvl9pPr lvl="8" algn="l">
              <a:lnSpc>
                <a:spcPct val="100000"/>
              </a:lnSpc>
              <a:spcBef>
                <a:spcPts val="0"/>
              </a:spcBef>
              <a:spcAft>
                <a:spcPts val="0"/>
              </a:spcAft>
              <a:buSzPts val="1200"/>
              <a:buNone/>
              <a:defRPr sz="900">
                <a:solidFill>
                  <a:schemeClr val="accent3"/>
                </a:solidFill>
                <a:latin typeface="Jost"/>
                <a:ea typeface="Jost"/>
                <a:cs typeface="Jost"/>
                <a:sym typeface="Jost"/>
              </a:defRPr>
            </a:lvl9pPr>
          </a:lstStyle>
          <a:p/>
        </p:txBody>
      </p:sp>
      <p:sp>
        <p:nvSpPr>
          <p:cNvPr id="308" name="Google Shape;308;p52"/>
          <p:cNvSpPr txBox="1"/>
          <p:nvPr>
            <p:ph idx="15" type="subTitle"/>
          </p:nvPr>
        </p:nvSpPr>
        <p:spPr>
          <a:xfrm>
            <a:off x="4815501" y="4077075"/>
            <a:ext cx="1693800" cy="21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SzPts val="1200"/>
              <a:buNone/>
              <a:defRPr sz="1200">
                <a:latin typeface="Jost"/>
                <a:ea typeface="Jost"/>
                <a:cs typeface="Jost"/>
                <a:sym typeface="Jost"/>
              </a:defRPr>
            </a:lvl2pPr>
            <a:lvl3pPr lvl="2" algn="l">
              <a:lnSpc>
                <a:spcPct val="100000"/>
              </a:lnSpc>
              <a:spcBef>
                <a:spcPts val="0"/>
              </a:spcBef>
              <a:spcAft>
                <a:spcPts val="0"/>
              </a:spcAft>
              <a:buSzPts val="1200"/>
              <a:buNone/>
              <a:defRPr sz="1200">
                <a:latin typeface="Jost"/>
                <a:ea typeface="Jost"/>
                <a:cs typeface="Jost"/>
                <a:sym typeface="Jost"/>
              </a:defRPr>
            </a:lvl3pPr>
            <a:lvl4pPr lvl="3" algn="l">
              <a:lnSpc>
                <a:spcPct val="100000"/>
              </a:lnSpc>
              <a:spcBef>
                <a:spcPts val="0"/>
              </a:spcBef>
              <a:spcAft>
                <a:spcPts val="0"/>
              </a:spcAft>
              <a:buSzPts val="1200"/>
              <a:buNone/>
              <a:defRPr sz="1200">
                <a:latin typeface="Jost"/>
                <a:ea typeface="Jost"/>
                <a:cs typeface="Jost"/>
                <a:sym typeface="Jost"/>
              </a:defRPr>
            </a:lvl4pPr>
            <a:lvl5pPr lvl="4" algn="l">
              <a:lnSpc>
                <a:spcPct val="100000"/>
              </a:lnSpc>
              <a:spcBef>
                <a:spcPts val="0"/>
              </a:spcBef>
              <a:spcAft>
                <a:spcPts val="0"/>
              </a:spcAft>
              <a:buSzPts val="1200"/>
              <a:buNone/>
              <a:defRPr sz="1200">
                <a:latin typeface="Jost"/>
                <a:ea typeface="Jost"/>
                <a:cs typeface="Jost"/>
                <a:sym typeface="Jost"/>
              </a:defRPr>
            </a:lvl5pPr>
            <a:lvl6pPr lvl="5" algn="l">
              <a:lnSpc>
                <a:spcPct val="100000"/>
              </a:lnSpc>
              <a:spcBef>
                <a:spcPts val="0"/>
              </a:spcBef>
              <a:spcAft>
                <a:spcPts val="0"/>
              </a:spcAft>
              <a:buSzPts val="1200"/>
              <a:buNone/>
              <a:defRPr sz="1200">
                <a:latin typeface="Jost"/>
                <a:ea typeface="Jost"/>
                <a:cs typeface="Jost"/>
                <a:sym typeface="Jost"/>
              </a:defRPr>
            </a:lvl6pPr>
            <a:lvl7pPr lvl="6" algn="l">
              <a:lnSpc>
                <a:spcPct val="100000"/>
              </a:lnSpc>
              <a:spcBef>
                <a:spcPts val="0"/>
              </a:spcBef>
              <a:spcAft>
                <a:spcPts val="0"/>
              </a:spcAft>
              <a:buSzPts val="1200"/>
              <a:buNone/>
              <a:defRPr sz="1200">
                <a:latin typeface="Jost"/>
                <a:ea typeface="Jost"/>
                <a:cs typeface="Jost"/>
                <a:sym typeface="Jost"/>
              </a:defRPr>
            </a:lvl7pPr>
            <a:lvl8pPr lvl="7" algn="l">
              <a:lnSpc>
                <a:spcPct val="100000"/>
              </a:lnSpc>
              <a:spcBef>
                <a:spcPts val="0"/>
              </a:spcBef>
              <a:spcAft>
                <a:spcPts val="0"/>
              </a:spcAft>
              <a:buSzPts val="1200"/>
              <a:buNone/>
              <a:defRPr sz="1200">
                <a:latin typeface="Jost"/>
                <a:ea typeface="Jost"/>
                <a:cs typeface="Jost"/>
                <a:sym typeface="Jost"/>
              </a:defRPr>
            </a:lvl8pPr>
            <a:lvl9pPr lvl="8" algn="l">
              <a:lnSpc>
                <a:spcPct val="100000"/>
              </a:lnSpc>
              <a:spcBef>
                <a:spcPts val="0"/>
              </a:spcBef>
              <a:spcAft>
                <a:spcPts val="0"/>
              </a:spcAft>
              <a:buSzPts val="1200"/>
              <a:buNone/>
              <a:defRPr sz="1200">
                <a:latin typeface="Jost"/>
                <a:ea typeface="Jost"/>
                <a:cs typeface="Jost"/>
                <a:sym typeface="Jost"/>
              </a:defRPr>
            </a:lvl9pPr>
          </a:lstStyle>
          <a:p/>
        </p:txBody>
      </p:sp>
      <p:sp>
        <p:nvSpPr>
          <p:cNvPr id="309" name="Google Shape;309;p52"/>
          <p:cNvSpPr txBox="1"/>
          <p:nvPr>
            <p:ph idx="16" type="subTitle"/>
          </p:nvPr>
        </p:nvSpPr>
        <p:spPr>
          <a:xfrm>
            <a:off x="7006607" y="2462250"/>
            <a:ext cx="1693800" cy="2190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vl1pPr>
            <a:lvl2pPr lvl="1" algn="l">
              <a:lnSpc>
                <a:spcPct val="100000"/>
              </a:lnSpc>
              <a:spcBef>
                <a:spcPts val="0"/>
              </a:spcBef>
              <a:spcAft>
                <a:spcPts val="0"/>
              </a:spcAft>
              <a:buSzPts val="1200"/>
              <a:buNone/>
              <a:defRPr/>
            </a:lvl2pPr>
            <a:lvl3pPr lvl="2" algn="l">
              <a:lnSpc>
                <a:spcPct val="100000"/>
              </a:lnSpc>
              <a:spcBef>
                <a:spcPts val="0"/>
              </a:spcBef>
              <a:spcAft>
                <a:spcPts val="0"/>
              </a:spcAft>
              <a:buSzPts val="1200"/>
              <a:buNone/>
              <a:defRPr/>
            </a:lvl3pPr>
            <a:lvl4pPr lvl="3" algn="l">
              <a:lnSpc>
                <a:spcPct val="100000"/>
              </a:lnSpc>
              <a:spcBef>
                <a:spcPts val="0"/>
              </a:spcBef>
              <a:spcAft>
                <a:spcPts val="0"/>
              </a:spcAft>
              <a:buSzPts val="1200"/>
              <a:buNone/>
              <a:defRPr/>
            </a:lvl4pPr>
            <a:lvl5pPr lvl="4" algn="l">
              <a:lnSpc>
                <a:spcPct val="100000"/>
              </a:lnSpc>
              <a:spcBef>
                <a:spcPts val="0"/>
              </a:spcBef>
              <a:spcAft>
                <a:spcPts val="0"/>
              </a:spcAft>
              <a:buSzPts val="1200"/>
              <a:buNone/>
              <a:defRPr/>
            </a:lvl5pPr>
            <a:lvl6pPr lvl="5" algn="l">
              <a:lnSpc>
                <a:spcPct val="100000"/>
              </a:lnSpc>
              <a:spcBef>
                <a:spcPts val="0"/>
              </a:spcBef>
              <a:spcAft>
                <a:spcPts val="0"/>
              </a:spcAft>
              <a:buSzPts val="1200"/>
              <a:buNone/>
              <a:defRPr/>
            </a:lvl6pPr>
            <a:lvl7pPr lvl="6" algn="l">
              <a:lnSpc>
                <a:spcPct val="100000"/>
              </a:lnSpc>
              <a:spcBef>
                <a:spcPts val="0"/>
              </a:spcBef>
              <a:spcAft>
                <a:spcPts val="0"/>
              </a:spcAft>
              <a:buSzPts val="1200"/>
              <a:buNone/>
              <a:defRPr/>
            </a:lvl7pPr>
            <a:lvl8pPr lvl="7" algn="l">
              <a:lnSpc>
                <a:spcPct val="100000"/>
              </a:lnSpc>
              <a:spcBef>
                <a:spcPts val="0"/>
              </a:spcBef>
              <a:spcAft>
                <a:spcPts val="0"/>
              </a:spcAft>
              <a:buSzPts val="1200"/>
              <a:buNone/>
              <a:defRPr/>
            </a:lvl8pPr>
            <a:lvl9pPr lvl="8" algn="l">
              <a:lnSpc>
                <a:spcPct val="100000"/>
              </a:lnSpc>
              <a:spcBef>
                <a:spcPts val="0"/>
              </a:spcBef>
              <a:spcAft>
                <a:spcPts val="0"/>
              </a:spcAft>
              <a:buSzPts val="1200"/>
              <a:buNone/>
              <a:defRPr/>
            </a:lvl9pPr>
          </a:lstStyle>
          <a:p/>
        </p:txBody>
      </p:sp>
      <p:sp>
        <p:nvSpPr>
          <p:cNvPr id="310" name="Google Shape;310;p52"/>
          <p:cNvSpPr txBox="1"/>
          <p:nvPr>
            <p:ph idx="17" type="subTitle"/>
          </p:nvPr>
        </p:nvSpPr>
        <p:spPr>
          <a:xfrm>
            <a:off x="7006613" y="2708625"/>
            <a:ext cx="1550700" cy="1263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900">
                <a:solidFill>
                  <a:schemeClr val="accent3"/>
                </a:solidFill>
                <a:latin typeface="Jost"/>
                <a:ea typeface="Jost"/>
                <a:cs typeface="Jost"/>
                <a:sym typeface="Jost"/>
              </a:defRPr>
            </a:lvl1pPr>
            <a:lvl2pPr lvl="1" algn="l">
              <a:lnSpc>
                <a:spcPct val="100000"/>
              </a:lnSpc>
              <a:spcBef>
                <a:spcPts val="0"/>
              </a:spcBef>
              <a:spcAft>
                <a:spcPts val="0"/>
              </a:spcAft>
              <a:buSzPts val="1200"/>
              <a:buNone/>
              <a:defRPr sz="900">
                <a:solidFill>
                  <a:schemeClr val="accent3"/>
                </a:solidFill>
                <a:latin typeface="Jost"/>
                <a:ea typeface="Jost"/>
                <a:cs typeface="Jost"/>
                <a:sym typeface="Jost"/>
              </a:defRPr>
            </a:lvl2pPr>
            <a:lvl3pPr lvl="2" algn="l">
              <a:lnSpc>
                <a:spcPct val="100000"/>
              </a:lnSpc>
              <a:spcBef>
                <a:spcPts val="0"/>
              </a:spcBef>
              <a:spcAft>
                <a:spcPts val="0"/>
              </a:spcAft>
              <a:buSzPts val="1200"/>
              <a:buNone/>
              <a:defRPr sz="900">
                <a:solidFill>
                  <a:schemeClr val="accent3"/>
                </a:solidFill>
                <a:latin typeface="Jost"/>
                <a:ea typeface="Jost"/>
                <a:cs typeface="Jost"/>
                <a:sym typeface="Jost"/>
              </a:defRPr>
            </a:lvl3pPr>
            <a:lvl4pPr lvl="3" algn="l">
              <a:lnSpc>
                <a:spcPct val="100000"/>
              </a:lnSpc>
              <a:spcBef>
                <a:spcPts val="0"/>
              </a:spcBef>
              <a:spcAft>
                <a:spcPts val="0"/>
              </a:spcAft>
              <a:buSzPts val="1200"/>
              <a:buNone/>
              <a:defRPr sz="900">
                <a:solidFill>
                  <a:schemeClr val="accent3"/>
                </a:solidFill>
                <a:latin typeface="Jost"/>
                <a:ea typeface="Jost"/>
                <a:cs typeface="Jost"/>
                <a:sym typeface="Jost"/>
              </a:defRPr>
            </a:lvl4pPr>
            <a:lvl5pPr lvl="4" algn="l">
              <a:lnSpc>
                <a:spcPct val="100000"/>
              </a:lnSpc>
              <a:spcBef>
                <a:spcPts val="0"/>
              </a:spcBef>
              <a:spcAft>
                <a:spcPts val="0"/>
              </a:spcAft>
              <a:buSzPts val="1200"/>
              <a:buNone/>
              <a:defRPr sz="900">
                <a:solidFill>
                  <a:schemeClr val="accent3"/>
                </a:solidFill>
                <a:latin typeface="Jost"/>
                <a:ea typeface="Jost"/>
                <a:cs typeface="Jost"/>
                <a:sym typeface="Jost"/>
              </a:defRPr>
            </a:lvl5pPr>
            <a:lvl6pPr lvl="5" algn="l">
              <a:lnSpc>
                <a:spcPct val="100000"/>
              </a:lnSpc>
              <a:spcBef>
                <a:spcPts val="0"/>
              </a:spcBef>
              <a:spcAft>
                <a:spcPts val="0"/>
              </a:spcAft>
              <a:buSzPts val="1200"/>
              <a:buNone/>
              <a:defRPr sz="900">
                <a:solidFill>
                  <a:schemeClr val="accent3"/>
                </a:solidFill>
                <a:latin typeface="Jost"/>
                <a:ea typeface="Jost"/>
                <a:cs typeface="Jost"/>
                <a:sym typeface="Jost"/>
              </a:defRPr>
            </a:lvl6pPr>
            <a:lvl7pPr lvl="6" algn="l">
              <a:lnSpc>
                <a:spcPct val="100000"/>
              </a:lnSpc>
              <a:spcBef>
                <a:spcPts val="0"/>
              </a:spcBef>
              <a:spcAft>
                <a:spcPts val="0"/>
              </a:spcAft>
              <a:buSzPts val="1200"/>
              <a:buNone/>
              <a:defRPr sz="900">
                <a:solidFill>
                  <a:schemeClr val="accent3"/>
                </a:solidFill>
                <a:latin typeface="Jost"/>
                <a:ea typeface="Jost"/>
                <a:cs typeface="Jost"/>
                <a:sym typeface="Jost"/>
              </a:defRPr>
            </a:lvl7pPr>
            <a:lvl8pPr lvl="7" algn="l">
              <a:lnSpc>
                <a:spcPct val="100000"/>
              </a:lnSpc>
              <a:spcBef>
                <a:spcPts val="0"/>
              </a:spcBef>
              <a:spcAft>
                <a:spcPts val="0"/>
              </a:spcAft>
              <a:buSzPts val="1200"/>
              <a:buNone/>
              <a:defRPr sz="900">
                <a:solidFill>
                  <a:schemeClr val="accent3"/>
                </a:solidFill>
                <a:latin typeface="Jost"/>
                <a:ea typeface="Jost"/>
                <a:cs typeface="Jost"/>
                <a:sym typeface="Jost"/>
              </a:defRPr>
            </a:lvl8pPr>
            <a:lvl9pPr lvl="8" algn="l">
              <a:lnSpc>
                <a:spcPct val="100000"/>
              </a:lnSpc>
              <a:spcBef>
                <a:spcPts val="0"/>
              </a:spcBef>
              <a:spcAft>
                <a:spcPts val="0"/>
              </a:spcAft>
              <a:buSzPts val="1200"/>
              <a:buNone/>
              <a:defRPr sz="900">
                <a:solidFill>
                  <a:schemeClr val="accent3"/>
                </a:solidFill>
                <a:latin typeface="Jost"/>
                <a:ea typeface="Jost"/>
                <a:cs typeface="Jost"/>
                <a:sym typeface="Jost"/>
              </a:defRPr>
            </a:lvl9pPr>
          </a:lstStyle>
          <a:p/>
        </p:txBody>
      </p:sp>
      <p:sp>
        <p:nvSpPr>
          <p:cNvPr id="311" name="Google Shape;311;p52"/>
          <p:cNvSpPr txBox="1"/>
          <p:nvPr>
            <p:ph idx="18" type="subTitle"/>
          </p:nvPr>
        </p:nvSpPr>
        <p:spPr>
          <a:xfrm>
            <a:off x="7006613" y="4077075"/>
            <a:ext cx="1693800" cy="2190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SzPts val="1200"/>
              <a:buNone/>
              <a:defRPr sz="1200">
                <a:latin typeface="Jost"/>
                <a:ea typeface="Jost"/>
                <a:cs typeface="Jost"/>
                <a:sym typeface="Jost"/>
              </a:defRPr>
            </a:lvl2pPr>
            <a:lvl3pPr lvl="2" algn="l">
              <a:lnSpc>
                <a:spcPct val="100000"/>
              </a:lnSpc>
              <a:spcBef>
                <a:spcPts val="0"/>
              </a:spcBef>
              <a:spcAft>
                <a:spcPts val="0"/>
              </a:spcAft>
              <a:buSzPts val="1200"/>
              <a:buNone/>
              <a:defRPr sz="1200">
                <a:latin typeface="Jost"/>
                <a:ea typeface="Jost"/>
                <a:cs typeface="Jost"/>
                <a:sym typeface="Jost"/>
              </a:defRPr>
            </a:lvl3pPr>
            <a:lvl4pPr lvl="3" algn="l">
              <a:lnSpc>
                <a:spcPct val="100000"/>
              </a:lnSpc>
              <a:spcBef>
                <a:spcPts val="0"/>
              </a:spcBef>
              <a:spcAft>
                <a:spcPts val="0"/>
              </a:spcAft>
              <a:buSzPts val="1200"/>
              <a:buNone/>
              <a:defRPr sz="1200">
                <a:latin typeface="Jost"/>
                <a:ea typeface="Jost"/>
                <a:cs typeface="Jost"/>
                <a:sym typeface="Jost"/>
              </a:defRPr>
            </a:lvl4pPr>
            <a:lvl5pPr lvl="4" algn="l">
              <a:lnSpc>
                <a:spcPct val="100000"/>
              </a:lnSpc>
              <a:spcBef>
                <a:spcPts val="0"/>
              </a:spcBef>
              <a:spcAft>
                <a:spcPts val="0"/>
              </a:spcAft>
              <a:buSzPts val="1200"/>
              <a:buNone/>
              <a:defRPr sz="1200">
                <a:latin typeface="Jost"/>
                <a:ea typeface="Jost"/>
                <a:cs typeface="Jost"/>
                <a:sym typeface="Jost"/>
              </a:defRPr>
            </a:lvl5pPr>
            <a:lvl6pPr lvl="5" algn="l">
              <a:lnSpc>
                <a:spcPct val="100000"/>
              </a:lnSpc>
              <a:spcBef>
                <a:spcPts val="0"/>
              </a:spcBef>
              <a:spcAft>
                <a:spcPts val="0"/>
              </a:spcAft>
              <a:buSzPts val="1200"/>
              <a:buNone/>
              <a:defRPr sz="1200">
                <a:latin typeface="Jost"/>
                <a:ea typeface="Jost"/>
                <a:cs typeface="Jost"/>
                <a:sym typeface="Jost"/>
              </a:defRPr>
            </a:lvl6pPr>
            <a:lvl7pPr lvl="6" algn="l">
              <a:lnSpc>
                <a:spcPct val="100000"/>
              </a:lnSpc>
              <a:spcBef>
                <a:spcPts val="0"/>
              </a:spcBef>
              <a:spcAft>
                <a:spcPts val="0"/>
              </a:spcAft>
              <a:buSzPts val="1200"/>
              <a:buNone/>
              <a:defRPr sz="1200">
                <a:latin typeface="Jost"/>
                <a:ea typeface="Jost"/>
                <a:cs typeface="Jost"/>
                <a:sym typeface="Jost"/>
              </a:defRPr>
            </a:lvl7pPr>
            <a:lvl8pPr lvl="7" algn="l">
              <a:lnSpc>
                <a:spcPct val="100000"/>
              </a:lnSpc>
              <a:spcBef>
                <a:spcPts val="0"/>
              </a:spcBef>
              <a:spcAft>
                <a:spcPts val="0"/>
              </a:spcAft>
              <a:buSzPts val="1200"/>
              <a:buNone/>
              <a:defRPr sz="1200">
                <a:latin typeface="Jost"/>
                <a:ea typeface="Jost"/>
                <a:cs typeface="Jost"/>
                <a:sym typeface="Jost"/>
              </a:defRPr>
            </a:lvl8pPr>
            <a:lvl9pPr lvl="8" algn="l">
              <a:lnSpc>
                <a:spcPct val="100000"/>
              </a:lnSpc>
              <a:spcBef>
                <a:spcPts val="0"/>
              </a:spcBef>
              <a:spcAft>
                <a:spcPts val="0"/>
              </a:spcAft>
              <a:buSzPts val="1200"/>
              <a:buNone/>
              <a:defRPr sz="1200">
                <a:latin typeface="Jost"/>
                <a:ea typeface="Jost"/>
                <a:cs typeface="Jost"/>
                <a:sym typeface="Jos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2">
  <p:cSld name="CUSTOM_8_1_1_1_1_1_1_1_1_1_1_1_1_1_1_1_1_1_1_1_1_1_1_1_1_1_1_1_1_1_1_1_1_1_1_1_1_1">
    <p:spTree>
      <p:nvGrpSpPr>
        <p:cNvPr id="312" name="Shape 312"/>
        <p:cNvGrpSpPr/>
        <p:nvPr/>
      </p:nvGrpSpPr>
      <p:grpSpPr>
        <a:xfrm>
          <a:off x="0" y="0"/>
          <a:ext cx="0" cy="0"/>
          <a:chOff x="0" y="0"/>
          <a:chExt cx="0" cy="0"/>
        </a:xfrm>
      </p:grpSpPr>
      <p:sp>
        <p:nvSpPr>
          <p:cNvPr id="313" name="Google Shape;313;p53"/>
          <p:cNvSpPr/>
          <p:nvPr/>
        </p:nvSpPr>
        <p:spPr>
          <a:xfrm rot="5400000">
            <a:off x="5473500" y="0"/>
            <a:ext cx="3670500" cy="3670500"/>
          </a:xfrm>
          <a:prstGeom prst="rect">
            <a:avLst/>
          </a:prstGeom>
          <a:gradFill>
            <a:gsLst>
              <a:gs pos="0">
                <a:schemeClr val="accent5"/>
              </a:gs>
              <a:gs pos="72000">
                <a:schemeClr val="lt1"/>
              </a:gs>
              <a:gs pos="100000">
                <a:schemeClr val="lt1"/>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Figtree"/>
              <a:ea typeface="Figtree"/>
              <a:cs typeface="Figtree"/>
              <a:sym typeface="Figtree"/>
            </a:endParaRPr>
          </a:p>
        </p:txBody>
      </p:sp>
      <p:sp>
        <p:nvSpPr>
          <p:cNvPr id="314" name="Google Shape;314;p53"/>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315" name="Google Shape;315;p53"/>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1200"/>
              <a:buFont typeface="Figtree"/>
              <a:buNone/>
              <a:defRPr/>
            </a:lvl2pPr>
            <a:lvl3pPr lvl="2" algn="l">
              <a:lnSpc>
                <a:spcPct val="100000"/>
              </a:lnSpc>
              <a:spcBef>
                <a:spcPts val="0"/>
              </a:spcBef>
              <a:spcAft>
                <a:spcPts val="0"/>
              </a:spcAft>
              <a:buSzPts val="1200"/>
              <a:buFont typeface="Figtree"/>
              <a:buNone/>
              <a:defRPr/>
            </a:lvl3pPr>
            <a:lvl4pPr lvl="3" algn="l">
              <a:lnSpc>
                <a:spcPct val="100000"/>
              </a:lnSpc>
              <a:spcBef>
                <a:spcPts val="0"/>
              </a:spcBef>
              <a:spcAft>
                <a:spcPts val="0"/>
              </a:spcAft>
              <a:buSzPts val="1200"/>
              <a:buFont typeface="Figtree"/>
              <a:buNone/>
              <a:defRPr/>
            </a:lvl4pPr>
            <a:lvl5pPr lvl="4" algn="l">
              <a:lnSpc>
                <a:spcPct val="100000"/>
              </a:lnSpc>
              <a:spcBef>
                <a:spcPts val="0"/>
              </a:spcBef>
              <a:spcAft>
                <a:spcPts val="0"/>
              </a:spcAft>
              <a:buSzPts val="1200"/>
              <a:buFont typeface="Figtree"/>
              <a:buNone/>
              <a:defRPr/>
            </a:lvl5pPr>
            <a:lvl6pPr lvl="5" algn="l">
              <a:lnSpc>
                <a:spcPct val="100000"/>
              </a:lnSpc>
              <a:spcBef>
                <a:spcPts val="0"/>
              </a:spcBef>
              <a:spcAft>
                <a:spcPts val="0"/>
              </a:spcAft>
              <a:buSzPts val="1200"/>
              <a:buFont typeface="Figtree"/>
              <a:buNone/>
              <a:defRPr/>
            </a:lvl6pPr>
            <a:lvl7pPr lvl="6" algn="l">
              <a:lnSpc>
                <a:spcPct val="100000"/>
              </a:lnSpc>
              <a:spcBef>
                <a:spcPts val="0"/>
              </a:spcBef>
              <a:spcAft>
                <a:spcPts val="0"/>
              </a:spcAft>
              <a:buSzPts val="1200"/>
              <a:buFont typeface="Figtree"/>
              <a:buNone/>
              <a:defRPr/>
            </a:lvl7pPr>
            <a:lvl8pPr lvl="7" algn="l">
              <a:lnSpc>
                <a:spcPct val="100000"/>
              </a:lnSpc>
              <a:spcBef>
                <a:spcPts val="0"/>
              </a:spcBef>
              <a:spcAft>
                <a:spcPts val="0"/>
              </a:spcAft>
              <a:buSzPts val="1200"/>
              <a:buFont typeface="Figtree"/>
              <a:buNone/>
              <a:defRPr/>
            </a:lvl8pPr>
            <a:lvl9pPr lvl="8" algn="l">
              <a:lnSpc>
                <a:spcPct val="100000"/>
              </a:lnSpc>
              <a:spcBef>
                <a:spcPts val="0"/>
              </a:spcBef>
              <a:spcAft>
                <a:spcPts val="0"/>
              </a:spcAft>
              <a:buSzPts val="1200"/>
              <a:buFont typeface="Figtree"/>
              <a:buNone/>
              <a:defRPr/>
            </a:lvl9pPr>
          </a:lstStyle>
          <a:p/>
        </p:txBody>
      </p:sp>
      <p:sp>
        <p:nvSpPr>
          <p:cNvPr id="316" name="Google Shape;316;p53"/>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2000"/>
              <a:buNone/>
              <a:defRPr sz="2000"/>
            </a:lvl1pPr>
            <a:lvl2pPr lvl="1" algn="l">
              <a:lnSpc>
                <a:spcPct val="100000"/>
              </a:lnSpc>
              <a:spcBef>
                <a:spcPts val="0"/>
              </a:spcBef>
              <a:spcAft>
                <a:spcPts val="0"/>
              </a:spcAft>
              <a:buSzPts val="2000"/>
              <a:buFont typeface="Figtree"/>
              <a:buNone/>
              <a:defRPr sz="2000">
                <a:latin typeface="Figtree"/>
                <a:ea typeface="Figtree"/>
                <a:cs typeface="Figtree"/>
                <a:sym typeface="Figtree"/>
              </a:defRPr>
            </a:lvl2pPr>
            <a:lvl3pPr lvl="2" algn="l">
              <a:lnSpc>
                <a:spcPct val="100000"/>
              </a:lnSpc>
              <a:spcBef>
                <a:spcPts val="0"/>
              </a:spcBef>
              <a:spcAft>
                <a:spcPts val="0"/>
              </a:spcAft>
              <a:buSzPts val="2000"/>
              <a:buFont typeface="Figtree"/>
              <a:buNone/>
              <a:defRPr sz="2000">
                <a:latin typeface="Figtree"/>
                <a:ea typeface="Figtree"/>
                <a:cs typeface="Figtree"/>
                <a:sym typeface="Figtree"/>
              </a:defRPr>
            </a:lvl3pPr>
            <a:lvl4pPr lvl="3" algn="l">
              <a:lnSpc>
                <a:spcPct val="100000"/>
              </a:lnSpc>
              <a:spcBef>
                <a:spcPts val="0"/>
              </a:spcBef>
              <a:spcAft>
                <a:spcPts val="0"/>
              </a:spcAft>
              <a:buSzPts val="2000"/>
              <a:buFont typeface="Figtree"/>
              <a:buNone/>
              <a:defRPr sz="2000">
                <a:latin typeface="Figtree"/>
                <a:ea typeface="Figtree"/>
                <a:cs typeface="Figtree"/>
                <a:sym typeface="Figtree"/>
              </a:defRPr>
            </a:lvl4pPr>
            <a:lvl5pPr lvl="4" algn="l">
              <a:lnSpc>
                <a:spcPct val="100000"/>
              </a:lnSpc>
              <a:spcBef>
                <a:spcPts val="0"/>
              </a:spcBef>
              <a:spcAft>
                <a:spcPts val="0"/>
              </a:spcAft>
              <a:buSzPts val="2000"/>
              <a:buFont typeface="Figtree"/>
              <a:buNone/>
              <a:defRPr sz="2000">
                <a:latin typeface="Figtree"/>
                <a:ea typeface="Figtree"/>
                <a:cs typeface="Figtree"/>
                <a:sym typeface="Figtree"/>
              </a:defRPr>
            </a:lvl5pPr>
            <a:lvl6pPr lvl="5" algn="l">
              <a:lnSpc>
                <a:spcPct val="100000"/>
              </a:lnSpc>
              <a:spcBef>
                <a:spcPts val="0"/>
              </a:spcBef>
              <a:spcAft>
                <a:spcPts val="0"/>
              </a:spcAft>
              <a:buSzPts val="2000"/>
              <a:buFont typeface="Figtree"/>
              <a:buNone/>
              <a:defRPr sz="2000">
                <a:latin typeface="Figtree"/>
                <a:ea typeface="Figtree"/>
                <a:cs typeface="Figtree"/>
                <a:sym typeface="Figtree"/>
              </a:defRPr>
            </a:lvl6pPr>
            <a:lvl7pPr lvl="6" algn="l">
              <a:lnSpc>
                <a:spcPct val="100000"/>
              </a:lnSpc>
              <a:spcBef>
                <a:spcPts val="0"/>
              </a:spcBef>
              <a:spcAft>
                <a:spcPts val="0"/>
              </a:spcAft>
              <a:buSzPts val="2000"/>
              <a:buFont typeface="Figtree"/>
              <a:buNone/>
              <a:defRPr sz="2000">
                <a:latin typeface="Figtree"/>
                <a:ea typeface="Figtree"/>
                <a:cs typeface="Figtree"/>
                <a:sym typeface="Figtree"/>
              </a:defRPr>
            </a:lvl7pPr>
            <a:lvl8pPr lvl="7" algn="l">
              <a:lnSpc>
                <a:spcPct val="100000"/>
              </a:lnSpc>
              <a:spcBef>
                <a:spcPts val="0"/>
              </a:spcBef>
              <a:spcAft>
                <a:spcPts val="0"/>
              </a:spcAft>
              <a:buSzPts val="2000"/>
              <a:buFont typeface="Figtree"/>
              <a:buNone/>
              <a:defRPr sz="2000">
                <a:latin typeface="Figtree"/>
                <a:ea typeface="Figtree"/>
                <a:cs typeface="Figtree"/>
                <a:sym typeface="Figtree"/>
              </a:defRPr>
            </a:lvl8pPr>
            <a:lvl9pPr lvl="8" algn="l">
              <a:lnSpc>
                <a:spcPct val="100000"/>
              </a:lnSpc>
              <a:spcBef>
                <a:spcPts val="0"/>
              </a:spcBef>
              <a:spcAft>
                <a:spcPts val="0"/>
              </a:spcAft>
              <a:buSzPts val="2000"/>
              <a:buFont typeface="Figtree"/>
              <a:buNone/>
              <a:defRPr sz="2000">
                <a:latin typeface="Figtree"/>
                <a:ea typeface="Figtree"/>
                <a:cs typeface="Figtree"/>
                <a:sym typeface="Figtree"/>
              </a:defRPr>
            </a:lvl9pPr>
          </a:lstStyle>
          <a:p/>
        </p:txBody>
      </p:sp>
      <p:sp>
        <p:nvSpPr>
          <p:cNvPr id="317" name="Google Shape;317;p53"/>
          <p:cNvSpPr txBox="1"/>
          <p:nvPr>
            <p:ph idx="1" type="subTitle"/>
          </p:nvPr>
        </p:nvSpPr>
        <p:spPr>
          <a:xfrm>
            <a:off x="228600" y="792994"/>
            <a:ext cx="3130200" cy="172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1200">
                <a:latin typeface="Jost"/>
                <a:ea typeface="Jost"/>
                <a:cs typeface="Jost"/>
                <a:sym typeface="Jost"/>
              </a:defRPr>
            </a:lvl1pPr>
            <a:lvl2pPr lvl="1" algn="l">
              <a:lnSpc>
                <a:spcPct val="100000"/>
              </a:lnSpc>
              <a:spcBef>
                <a:spcPts val="0"/>
              </a:spcBef>
              <a:spcAft>
                <a:spcPts val="0"/>
              </a:spcAft>
              <a:buSzPts val="1200"/>
              <a:buNone/>
              <a:defRPr sz="1200">
                <a:latin typeface="Jost"/>
                <a:ea typeface="Jost"/>
                <a:cs typeface="Jost"/>
                <a:sym typeface="Jost"/>
              </a:defRPr>
            </a:lvl2pPr>
            <a:lvl3pPr lvl="2" algn="l">
              <a:lnSpc>
                <a:spcPct val="100000"/>
              </a:lnSpc>
              <a:spcBef>
                <a:spcPts val="0"/>
              </a:spcBef>
              <a:spcAft>
                <a:spcPts val="0"/>
              </a:spcAft>
              <a:buSzPts val="1200"/>
              <a:buNone/>
              <a:defRPr sz="1200">
                <a:latin typeface="Jost"/>
                <a:ea typeface="Jost"/>
                <a:cs typeface="Jost"/>
                <a:sym typeface="Jost"/>
              </a:defRPr>
            </a:lvl3pPr>
            <a:lvl4pPr lvl="3" algn="l">
              <a:lnSpc>
                <a:spcPct val="100000"/>
              </a:lnSpc>
              <a:spcBef>
                <a:spcPts val="0"/>
              </a:spcBef>
              <a:spcAft>
                <a:spcPts val="0"/>
              </a:spcAft>
              <a:buSzPts val="1200"/>
              <a:buNone/>
              <a:defRPr sz="1200">
                <a:latin typeface="Jost"/>
                <a:ea typeface="Jost"/>
                <a:cs typeface="Jost"/>
                <a:sym typeface="Jost"/>
              </a:defRPr>
            </a:lvl4pPr>
            <a:lvl5pPr lvl="4" algn="l">
              <a:lnSpc>
                <a:spcPct val="100000"/>
              </a:lnSpc>
              <a:spcBef>
                <a:spcPts val="0"/>
              </a:spcBef>
              <a:spcAft>
                <a:spcPts val="0"/>
              </a:spcAft>
              <a:buSzPts val="1200"/>
              <a:buNone/>
              <a:defRPr sz="1200">
                <a:latin typeface="Jost"/>
                <a:ea typeface="Jost"/>
                <a:cs typeface="Jost"/>
                <a:sym typeface="Jost"/>
              </a:defRPr>
            </a:lvl5pPr>
            <a:lvl6pPr lvl="5" algn="l">
              <a:lnSpc>
                <a:spcPct val="100000"/>
              </a:lnSpc>
              <a:spcBef>
                <a:spcPts val="0"/>
              </a:spcBef>
              <a:spcAft>
                <a:spcPts val="0"/>
              </a:spcAft>
              <a:buSzPts val="1200"/>
              <a:buNone/>
              <a:defRPr sz="1200">
                <a:latin typeface="Jost"/>
                <a:ea typeface="Jost"/>
                <a:cs typeface="Jost"/>
                <a:sym typeface="Jost"/>
              </a:defRPr>
            </a:lvl6pPr>
            <a:lvl7pPr lvl="6" algn="l">
              <a:lnSpc>
                <a:spcPct val="100000"/>
              </a:lnSpc>
              <a:spcBef>
                <a:spcPts val="0"/>
              </a:spcBef>
              <a:spcAft>
                <a:spcPts val="0"/>
              </a:spcAft>
              <a:buSzPts val="1200"/>
              <a:buNone/>
              <a:defRPr sz="1200">
                <a:latin typeface="Jost"/>
                <a:ea typeface="Jost"/>
                <a:cs typeface="Jost"/>
                <a:sym typeface="Jost"/>
              </a:defRPr>
            </a:lvl7pPr>
            <a:lvl8pPr lvl="7" algn="l">
              <a:lnSpc>
                <a:spcPct val="100000"/>
              </a:lnSpc>
              <a:spcBef>
                <a:spcPts val="0"/>
              </a:spcBef>
              <a:spcAft>
                <a:spcPts val="0"/>
              </a:spcAft>
              <a:buSzPts val="1200"/>
              <a:buNone/>
              <a:defRPr sz="1200">
                <a:latin typeface="Jost"/>
                <a:ea typeface="Jost"/>
                <a:cs typeface="Jost"/>
                <a:sym typeface="Jost"/>
              </a:defRPr>
            </a:lvl8pPr>
            <a:lvl9pPr lvl="8" algn="l">
              <a:lnSpc>
                <a:spcPct val="100000"/>
              </a:lnSpc>
              <a:spcBef>
                <a:spcPts val="0"/>
              </a:spcBef>
              <a:spcAft>
                <a:spcPts val="0"/>
              </a:spcAft>
              <a:buSzPts val="1200"/>
              <a:buNone/>
              <a:defRPr sz="1200">
                <a:latin typeface="Jost"/>
                <a:ea typeface="Jost"/>
                <a:cs typeface="Jost"/>
                <a:sym typeface="Jost"/>
              </a:defRPr>
            </a:lvl9pPr>
          </a:lstStyle>
          <a:p/>
        </p:txBody>
      </p:sp>
      <p:sp>
        <p:nvSpPr>
          <p:cNvPr id="318" name="Google Shape;318;p53"/>
          <p:cNvSpPr txBox="1"/>
          <p:nvPr>
            <p:ph idx="4" type="title"/>
          </p:nvPr>
        </p:nvSpPr>
        <p:spPr>
          <a:xfrm>
            <a:off x="91525" y="1935942"/>
            <a:ext cx="1422300" cy="4647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3600"/>
              <a:buNone/>
              <a:defRPr sz="3600">
                <a:solidFill>
                  <a:schemeClr val="dk2"/>
                </a:solidFill>
              </a:defRPr>
            </a:lvl1pPr>
            <a:lvl2pPr lvl="1"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19" name="Google Shape;319;p53"/>
          <p:cNvSpPr txBox="1"/>
          <p:nvPr>
            <p:ph idx="5" type="title"/>
          </p:nvPr>
        </p:nvSpPr>
        <p:spPr>
          <a:xfrm>
            <a:off x="2849500" y="1935942"/>
            <a:ext cx="1422300" cy="4647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3600"/>
              <a:buNone/>
              <a:defRPr sz="3600">
                <a:solidFill>
                  <a:schemeClr val="dk2"/>
                </a:solidFill>
              </a:defRPr>
            </a:lvl1pPr>
            <a:lvl2pPr lvl="1"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20" name="Google Shape;320;p53"/>
          <p:cNvSpPr txBox="1"/>
          <p:nvPr>
            <p:ph idx="6" type="title"/>
          </p:nvPr>
        </p:nvSpPr>
        <p:spPr>
          <a:xfrm>
            <a:off x="4298950" y="1935942"/>
            <a:ext cx="1422300" cy="4647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3600"/>
              <a:buNone/>
              <a:defRPr sz="3600">
                <a:solidFill>
                  <a:schemeClr val="dk2"/>
                </a:solidFill>
              </a:defRPr>
            </a:lvl1pPr>
            <a:lvl2pPr lvl="1"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21" name="Google Shape;321;p53"/>
          <p:cNvSpPr txBox="1"/>
          <p:nvPr>
            <p:ph idx="7" type="title"/>
          </p:nvPr>
        </p:nvSpPr>
        <p:spPr>
          <a:xfrm>
            <a:off x="7298500" y="1935942"/>
            <a:ext cx="1422300" cy="464700"/>
          </a:xfrm>
          <a:prstGeom prst="rect">
            <a:avLst/>
          </a:prstGeom>
          <a:noFill/>
          <a:ln>
            <a:noFill/>
          </a:ln>
        </p:spPr>
        <p:txBody>
          <a:bodyPr anchorCtr="0" anchor="b" bIns="0" lIns="0" spcFirstLastPara="1" rIns="0" wrap="square" tIns="0">
            <a:spAutoFit/>
          </a:bodyPr>
          <a:lstStyle>
            <a:lvl1pPr lvl="0" algn="ctr">
              <a:lnSpc>
                <a:spcPct val="115000"/>
              </a:lnSpc>
              <a:spcBef>
                <a:spcPts val="0"/>
              </a:spcBef>
              <a:spcAft>
                <a:spcPts val="0"/>
              </a:spcAft>
              <a:buSzPts val="3600"/>
              <a:buNone/>
              <a:defRPr sz="3600">
                <a:solidFill>
                  <a:schemeClr val="dk2"/>
                </a:solidFill>
              </a:defRPr>
            </a:lvl1pPr>
            <a:lvl2pPr lvl="1"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2pPr>
            <a:lvl3pPr lvl="2"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3pPr>
            <a:lvl4pPr lvl="3"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4pPr>
            <a:lvl5pPr lvl="4"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5pPr>
            <a:lvl6pPr lvl="5"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6pPr>
            <a:lvl7pPr lvl="6"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7pPr>
            <a:lvl8pPr lvl="7"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8pPr>
            <a:lvl9pPr lvl="8" algn="ctr">
              <a:lnSpc>
                <a:spcPct val="100000"/>
              </a:lnSpc>
              <a:spcBef>
                <a:spcPts val="0"/>
              </a:spcBef>
              <a:spcAft>
                <a:spcPts val="0"/>
              </a:spcAft>
              <a:buClr>
                <a:schemeClr val="dk2"/>
              </a:buClr>
              <a:buSzPts val="3600"/>
              <a:buFont typeface="Figtree"/>
              <a:buNone/>
              <a:defRPr sz="3600">
                <a:solidFill>
                  <a:schemeClr val="dk2"/>
                </a:solidFill>
                <a:latin typeface="Figtree"/>
                <a:ea typeface="Figtree"/>
                <a:cs typeface="Figtree"/>
                <a:sym typeface="Figtree"/>
              </a:defRPr>
            </a:lvl9pPr>
          </a:lstStyle>
          <a:p/>
        </p:txBody>
      </p:sp>
      <p:sp>
        <p:nvSpPr>
          <p:cNvPr id="322" name="Google Shape;322;p53"/>
          <p:cNvSpPr txBox="1"/>
          <p:nvPr>
            <p:ph idx="8" type="subTitle"/>
          </p:nvPr>
        </p:nvSpPr>
        <p:spPr>
          <a:xfrm>
            <a:off x="442900" y="3172725"/>
            <a:ext cx="1289400" cy="226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atin typeface="Figtree Light"/>
                <a:ea typeface="Figtree Light"/>
                <a:cs typeface="Figtree Light"/>
                <a:sym typeface="Figtree Light"/>
              </a:defRPr>
            </a:lvl1pPr>
            <a:lvl2pPr lvl="1" algn="l">
              <a:lnSpc>
                <a:spcPct val="100000"/>
              </a:lnSpc>
              <a:spcBef>
                <a:spcPts val="0"/>
              </a:spcBef>
              <a:spcAft>
                <a:spcPts val="0"/>
              </a:spcAft>
              <a:buSzPts val="1200"/>
              <a:buNone/>
              <a:defRPr>
                <a:latin typeface="Figtree Light"/>
                <a:ea typeface="Figtree Light"/>
                <a:cs typeface="Figtree Light"/>
                <a:sym typeface="Figtree Light"/>
              </a:defRPr>
            </a:lvl2pPr>
            <a:lvl3pPr lvl="2" algn="l">
              <a:lnSpc>
                <a:spcPct val="100000"/>
              </a:lnSpc>
              <a:spcBef>
                <a:spcPts val="0"/>
              </a:spcBef>
              <a:spcAft>
                <a:spcPts val="0"/>
              </a:spcAft>
              <a:buSzPts val="1200"/>
              <a:buNone/>
              <a:defRPr>
                <a:latin typeface="Figtree Light"/>
                <a:ea typeface="Figtree Light"/>
                <a:cs typeface="Figtree Light"/>
                <a:sym typeface="Figtree Light"/>
              </a:defRPr>
            </a:lvl3pPr>
            <a:lvl4pPr lvl="3" algn="l">
              <a:lnSpc>
                <a:spcPct val="100000"/>
              </a:lnSpc>
              <a:spcBef>
                <a:spcPts val="0"/>
              </a:spcBef>
              <a:spcAft>
                <a:spcPts val="0"/>
              </a:spcAft>
              <a:buSzPts val="1200"/>
              <a:buNone/>
              <a:defRPr>
                <a:latin typeface="Figtree Light"/>
                <a:ea typeface="Figtree Light"/>
                <a:cs typeface="Figtree Light"/>
                <a:sym typeface="Figtree Light"/>
              </a:defRPr>
            </a:lvl4pPr>
            <a:lvl5pPr lvl="4" algn="l">
              <a:lnSpc>
                <a:spcPct val="100000"/>
              </a:lnSpc>
              <a:spcBef>
                <a:spcPts val="0"/>
              </a:spcBef>
              <a:spcAft>
                <a:spcPts val="0"/>
              </a:spcAft>
              <a:buSzPts val="1200"/>
              <a:buNone/>
              <a:defRPr>
                <a:latin typeface="Figtree Light"/>
                <a:ea typeface="Figtree Light"/>
                <a:cs typeface="Figtree Light"/>
                <a:sym typeface="Figtree Light"/>
              </a:defRPr>
            </a:lvl5pPr>
            <a:lvl6pPr lvl="5" algn="l">
              <a:lnSpc>
                <a:spcPct val="100000"/>
              </a:lnSpc>
              <a:spcBef>
                <a:spcPts val="0"/>
              </a:spcBef>
              <a:spcAft>
                <a:spcPts val="0"/>
              </a:spcAft>
              <a:buSzPts val="1200"/>
              <a:buNone/>
              <a:defRPr>
                <a:latin typeface="Figtree Light"/>
                <a:ea typeface="Figtree Light"/>
                <a:cs typeface="Figtree Light"/>
                <a:sym typeface="Figtree Light"/>
              </a:defRPr>
            </a:lvl6pPr>
            <a:lvl7pPr lvl="6" algn="l">
              <a:lnSpc>
                <a:spcPct val="100000"/>
              </a:lnSpc>
              <a:spcBef>
                <a:spcPts val="0"/>
              </a:spcBef>
              <a:spcAft>
                <a:spcPts val="0"/>
              </a:spcAft>
              <a:buSzPts val="1200"/>
              <a:buNone/>
              <a:defRPr>
                <a:latin typeface="Figtree Light"/>
                <a:ea typeface="Figtree Light"/>
                <a:cs typeface="Figtree Light"/>
                <a:sym typeface="Figtree Light"/>
              </a:defRPr>
            </a:lvl7pPr>
            <a:lvl8pPr lvl="7" algn="l">
              <a:lnSpc>
                <a:spcPct val="100000"/>
              </a:lnSpc>
              <a:spcBef>
                <a:spcPts val="0"/>
              </a:spcBef>
              <a:spcAft>
                <a:spcPts val="0"/>
              </a:spcAft>
              <a:buSzPts val="1200"/>
              <a:buNone/>
              <a:defRPr>
                <a:latin typeface="Figtree Light"/>
                <a:ea typeface="Figtree Light"/>
                <a:cs typeface="Figtree Light"/>
                <a:sym typeface="Figtree Light"/>
              </a:defRPr>
            </a:lvl8pPr>
            <a:lvl9pPr lvl="8" algn="l">
              <a:lnSpc>
                <a:spcPct val="100000"/>
              </a:lnSpc>
              <a:spcBef>
                <a:spcPts val="0"/>
              </a:spcBef>
              <a:spcAft>
                <a:spcPts val="0"/>
              </a:spcAft>
              <a:buSzPts val="1200"/>
              <a:buNone/>
              <a:defRPr>
                <a:latin typeface="Figtree Light"/>
                <a:ea typeface="Figtree Light"/>
                <a:cs typeface="Figtree Light"/>
                <a:sym typeface="Figtree Light"/>
              </a:defRPr>
            </a:lvl9pPr>
          </a:lstStyle>
          <a:p/>
        </p:txBody>
      </p:sp>
      <p:sp>
        <p:nvSpPr>
          <p:cNvPr id="323" name="Google Shape;323;p53"/>
          <p:cNvSpPr txBox="1"/>
          <p:nvPr>
            <p:ph idx="9" type="subTitle"/>
          </p:nvPr>
        </p:nvSpPr>
        <p:spPr>
          <a:xfrm>
            <a:off x="442900" y="3418396"/>
            <a:ext cx="1289400" cy="12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900">
                <a:solidFill>
                  <a:schemeClr val="accent3"/>
                </a:solidFill>
                <a:latin typeface="Jost"/>
                <a:ea typeface="Jost"/>
                <a:cs typeface="Jost"/>
                <a:sym typeface="Jost"/>
              </a:defRPr>
            </a:lvl1pPr>
            <a:lvl2pPr lvl="1" algn="l">
              <a:lnSpc>
                <a:spcPct val="100000"/>
              </a:lnSpc>
              <a:spcBef>
                <a:spcPts val="0"/>
              </a:spcBef>
              <a:spcAft>
                <a:spcPts val="0"/>
              </a:spcAft>
              <a:buSzPts val="1200"/>
              <a:buNone/>
              <a:defRPr sz="900">
                <a:solidFill>
                  <a:schemeClr val="accent3"/>
                </a:solidFill>
                <a:latin typeface="Jost"/>
                <a:ea typeface="Jost"/>
                <a:cs typeface="Jost"/>
                <a:sym typeface="Jost"/>
              </a:defRPr>
            </a:lvl2pPr>
            <a:lvl3pPr lvl="2" algn="l">
              <a:lnSpc>
                <a:spcPct val="100000"/>
              </a:lnSpc>
              <a:spcBef>
                <a:spcPts val="0"/>
              </a:spcBef>
              <a:spcAft>
                <a:spcPts val="0"/>
              </a:spcAft>
              <a:buSzPts val="1200"/>
              <a:buNone/>
              <a:defRPr sz="900">
                <a:solidFill>
                  <a:schemeClr val="accent3"/>
                </a:solidFill>
                <a:latin typeface="Jost"/>
                <a:ea typeface="Jost"/>
                <a:cs typeface="Jost"/>
                <a:sym typeface="Jost"/>
              </a:defRPr>
            </a:lvl3pPr>
            <a:lvl4pPr lvl="3" algn="l">
              <a:lnSpc>
                <a:spcPct val="100000"/>
              </a:lnSpc>
              <a:spcBef>
                <a:spcPts val="0"/>
              </a:spcBef>
              <a:spcAft>
                <a:spcPts val="0"/>
              </a:spcAft>
              <a:buSzPts val="1200"/>
              <a:buNone/>
              <a:defRPr sz="900">
                <a:solidFill>
                  <a:schemeClr val="accent3"/>
                </a:solidFill>
                <a:latin typeface="Jost"/>
                <a:ea typeface="Jost"/>
                <a:cs typeface="Jost"/>
                <a:sym typeface="Jost"/>
              </a:defRPr>
            </a:lvl4pPr>
            <a:lvl5pPr lvl="4" algn="l">
              <a:lnSpc>
                <a:spcPct val="100000"/>
              </a:lnSpc>
              <a:spcBef>
                <a:spcPts val="0"/>
              </a:spcBef>
              <a:spcAft>
                <a:spcPts val="0"/>
              </a:spcAft>
              <a:buSzPts val="1200"/>
              <a:buNone/>
              <a:defRPr sz="900">
                <a:solidFill>
                  <a:schemeClr val="accent3"/>
                </a:solidFill>
                <a:latin typeface="Jost"/>
                <a:ea typeface="Jost"/>
                <a:cs typeface="Jost"/>
                <a:sym typeface="Jost"/>
              </a:defRPr>
            </a:lvl5pPr>
            <a:lvl6pPr lvl="5" algn="l">
              <a:lnSpc>
                <a:spcPct val="100000"/>
              </a:lnSpc>
              <a:spcBef>
                <a:spcPts val="0"/>
              </a:spcBef>
              <a:spcAft>
                <a:spcPts val="0"/>
              </a:spcAft>
              <a:buSzPts val="1200"/>
              <a:buNone/>
              <a:defRPr sz="900">
                <a:solidFill>
                  <a:schemeClr val="accent3"/>
                </a:solidFill>
                <a:latin typeface="Jost"/>
                <a:ea typeface="Jost"/>
                <a:cs typeface="Jost"/>
                <a:sym typeface="Jost"/>
              </a:defRPr>
            </a:lvl6pPr>
            <a:lvl7pPr lvl="6" algn="l">
              <a:lnSpc>
                <a:spcPct val="100000"/>
              </a:lnSpc>
              <a:spcBef>
                <a:spcPts val="0"/>
              </a:spcBef>
              <a:spcAft>
                <a:spcPts val="0"/>
              </a:spcAft>
              <a:buSzPts val="1200"/>
              <a:buNone/>
              <a:defRPr sz="900">
                <a:solidFill>
                  <a:schemeClr val="accent3"/>
                </a:solidFill>
                <a:latin typeface="Jost"/>
                <a:ea typeface="Jost"/>
                <a:cs typeface="Jost"/>
                <a:sym typeface="Jost"/>
              </a:defRPr>
            </a:lvl7pPr>
            <a:lvl8pPr lvl="7" algn="l">
              <a:lnSpc>
                <a:spcPct val="100000"/>
              </a:lnSpc>
              <a:spcBef>
                <a:spcPts val="0"/>
              </a:spcBef>
              <a:spcAft>
                <a:spcPts val="0"/>
              </a:spcAft>
              <a:buSzPts val="1200"/>
              <a:buNone/>
              <a:defRPr sz="900">
                <a:solidFill>
                  <a:schemeClr val="accent3"/>
                </a:solidFill>
                <a:latin typeface="Jost"/>
                <a:ea typeface="Jost"/>
                <a:cs typeface="Jost"/>
                <a:sym typeface="Jost"/>
              </a:defRPr>
            </a:lvl8pPr>
            <a:lvl9pPr lvl="8" algn="l">
              <a:lnSpc>
                <a:spcPct val="100000"/>
              </a:lnSpc>
              <a:spcBef>
                <a:spcPts val="0"/>
              </a:spcBef>
              <a:spcAft>
                <a:spcPts val="0"/>
              </a:spcAft>
              <a:buSzPts val="1200"/>
              <a:buNone/>
              <a:defRPr sz="900">
                <a:solidFill>
                  <a:schemeClr val="accent3"/>
                </a:solidFill>
                <a:latin typeface="Jost"/>
                <a:ea typeface="Jost"/>
                <a:cs typeface="Jost"/>
                <a:sym typeface="Jost"/>
              </a:defRPr>
            </a:lvl9pPr>
          </a:lstStyle>
          <a:p/>
        </p:txBody>
      </p:sp>
      <p:sp>
        <p:nvSpPr>
          <p:cNvPr id="324" name="Google Shape;324;p53"/>
          <p:cNvSpPr txBox="1"/>
          <p:nvPr>
            <p:ph idx="13" type="body"/>
          </p:nvPr>
        </p:nvSpPr>
        <p:spPr>
          <a:xfrm>
            <a:off x="442898" y="3850550"/>
            <a:ext cx="1289400" cy="714000"/>
          </a:xfrm>
          <a:prstGeom prst="rect">
            <a:avLst/>
          </a:prstGeom>
          <a:noFill/>
          <a:ln>
            <a:noFill/>
          </a:ln>
        </p:spPr>
        <p:txBody>
          <a:bodyPr anchorCtr="0" anchor="t" bIns="0" lIns="0" spcFirstLastPara="1" rIns="0" wrap="square" tIns="0">
            <a:noAutofit/>
          </a:bodyPr>
          <a:lstStyle>
            <a:lvl1pPr indent="-285750" lvl="0" marL="4572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5" name="Google Shape;325;p53"/>
          <p:cNvSpPr txBox="1"/>
          <p:nvPr>
            <p:ph idx="14" type="subTitle"/>
          </p:nvPr>
        </p:nvSpPr>
        <p:spPr>
          <a:xfrm>
            <a:off x="3201413" y="3173750"/>
            <a:ext cx="1289400" cy="226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atin typeface="Figtree Light"/>
                <a:ea typeface="Figtree Light"/>
                <a:cs typeface="Figtree Light"/>
                <a:sym typeface="Figtree Light"/>
              </a:defRPr>
            </a:lvl1pPr>
            <a:lvl2pPr lvl="1" algn="l">
              <a:lnSpc>
                <a:spcPct val="100000"/>
              </a:lnSpc>
              <a:spcBef>
                <a:spcPts val="0"/>
              </a:spcBef>
              <a:spcAft>
                <a:spcPts val="0"/>
              </a:spcAft>
              <a:buSzPts val="1200"/>
              <a:buNone/>
              <a:defRPr>
                <a:latin typeface="Figtree Light"/>
                <a:ea typeface="Figtree Light"/>
                <a:cs typeface="Figtree Light"/>
                <a:sym typeface="Figtree Light"/>
              </a:defRPr>
            </a:lvl2pPr>
            <a:lvl3pPr lvl="2" algn="l">
              <a:lnSpc>
                <a:spcPct val="100000"/>
              </a:lnSpc>
              <a:spcBef>
                <a:spcPts val="0"/>
              </a:spcBef>
              <a:spcAft>
                <a:spcPts val="0"/>
              </a:spcAft>
              <a:buSzPts val="1200"/>
              <a:buNone/>
              <a:defRPr>
                <a:latin typeface="Figtree Light"/>
                <a:ea typeface="Figtree Light"/>
                <a:cs typeface="Figtree Light"/>
                <a:sym typeface="Figtree Light"/>
              </a:defRPr>
            </a:lvl3pPr>
            <a:lvl4pPr lvl="3" algn="l">
              <a:lnSpc>
                <a:spcPct val="100000"/>
              </a:lnSpc>
              <a:spcBef>
                <a:spcPts val="0"/>
              </a:spcBef>
              <a:spcAft>
                <a:spcPts val="0"/>
              </a:spcAft>
              <a:buSzPts val="1200"/>
              <a:buNone/>
              <a:defRPr>
                <a:latin typeface="Figtree Light"/>
                <a:ea typeface="Figtree Light"/>
                <a:cs typeface="Figtree Light"/>
                <a:sym typeface="Figtree Light"/>
              </a:defRPr>
            </a:lvl4pPr>
            <a:lvl5pPr lvl="4" algn="l">
              <a:lnSpc>
                <a:spcPct val="100000"/>
              </a:lnSpc>
              <a:spcBef>
                <a:spcPts val="0"/>
              </a:spcBef>
              <a:spcAft>
                <a:spcPts val="0"/>
              </a:spcAft>
              <a:buSzPts val="1200"/>
              <a:buNone/>
              <a:defRPr>
                <a:latin typeface="Figtree Light"/>
                <a:ea typeface="Figtree Light"/>
                <a:cs typeface="Figtree Light"/>
                <a:sym typeface="Figtree Light"/>
              </a:defRPr>
            </a:lvl5pPr>
            <a:lvl6pPr lvl="5" algn="l">
              <a:lnSpc>
                <a:spcPct val="100000"/>
              </a:lnSpc>
              <a:spcBef>
                <a:spcPts val="0"/>
              </a:spcBef>
              <a:spcAft>
                <a:spcPts val="0"/>
              </a:spcAft>
              <a:buSzPts val="1200"/>
              <a:buNone/>
              <a:defRPr>
                <a:latin typeface="Figtree Light"/>
                <a:ea typeface="Figtree Light"/>
                <a:cs typeface="Figtree Light"/>
                <a:sym typeface="Figtree Light"/>
              </a:defRPr>
            </a:lvl6pPr>
            <a:lvl7pPr lvl="6" algn="l">
              <a:lnSpc>
                <a:spcPct val="100000"/>
              </a:lnSpc>
              <a:spcBef>
                <a:spcPts val="0"/>
              </a:spcBef>
              <a:spcAft>
                <a:spcPts val="0"/>
              </a:spcAft>
              <a:buSzPts val="1200"/>
              <a:buNone/>
              <a:defRPr>
                <a:latin typeface="Figtree Light"/>
                <a:ea typeface="Figtree Light"/>
                <a:cs typeface="Figtree Light"/>
                <a:sym typeface="Figtree Light"/>
              </a:defRPr>
            </a:lvl7pPr>
            <a:lvl8pPr lvl="7" algn="l">
              <a:lnSpc>
                <a:spcPct val="100000"/>
              </a:lnSpc>
              <a:spcBef>
                <a:spcPts val="0"/>
              </a:spcBef>
              <a:spcAft>
                <a:spcPts val="0"/>
              </a:spcAft>
              <a:buSzPts val="1200"/>
              <a:buNone/>
              <a:defRPr>
                <a:latin typeface="Figtree Light"/>
                <a:ea typeface="Figtree Light"/>
                <a:cs typeface="Figtree Light"/>
                <a:sym typeface="Figtree Light"/>
              </a:defRPr>
            </a:lvl8pPr>
            <a:lvl9pPr lvl="8" algn="l">
              <a:lnSpc>
                <a:spcPct val="100000"/>
              </a:lnSpc>
              <a:spcBef>
                <a:spcPts val="0"/>
              </a:spcBef>
              <a:spcAft>
                <a:spcPts val="0"/>
              </a:spcAft>
              <a:buSzPts val="1200"/>
              <a:buNone/>
              <a:defRPr>
                <a:latin typeface="Figtree Light"/>
                <a:ea typeface="Figtree Light"/>
                <a:cs typeface="Figtree Light"/>
                <a:sym typeface="Figtree Light"/>
              </a:defRPr>
            </a:lvl9pPr>
          </a:lstStyle>
          <a:p/>
        </p:txBody>
      </p:sp>
      <p:sp>
        <p:nvSpPr>
          <p:cNvPr id="326" name="Google Shape;326;p53"/>
          <p:cNvSpPr txBox="1"/>
          <p:nvPr>
            <p:ph idx="15" type="subTitle"/>
          </p:nvPr>
        </p:nvSpPr>
        <p:spPr>
          <a:xfrm>
            <a:off x="3201413" y="3419421"/>
            <a:ext cx="1289400" cy="12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900">
                <a:solidFill>
                  <a:schemeClr val="accent3"/>
                </a:solidFill>
                <a:latin typeface="Jost"/>
                <a:ea typeface="Jost"/>
                <a:cs typeface="Jost"/>
                <a:sym typeface="Jost"/>
              </a:defRPr>
            </a:lvl1pPr>
            <a:lvl2pPr lvl="1" algn="l">
              <a:lnSpc>
                <a:spcPct val="100000"/>
              </a:lnSpc>
              <a:spcBef>
                <a:spcPts val="0"/>
              </a:spcBef>
              <a:spcAft>
                <a:spcPts val="0"/>
              </a:spcAft>
              <a:buSzPts val="1200"/>
              <a:buNone/>
              <a:defRPr sz="900">
                <a:solidFill>
                  <a:schemeClr val="accent3"/>
                </a:solidFill>
                <a:latin typeface="Jost"/>
                <a:ea typeface="Jost"/>
                <a:cs typeface="Jost"/>
                <a:sym typeface="Jost"/>
              </a:defRPr>
            </a:lvl2pPr>
            <a:lvl3pPr lvl="2" algn="l">
              <a:lnSpc>
                <a:spcPct val="100000"/>
              </a:lnSpc>
              <a:spcBef>
                <a:spcPts val="0"/>
              </a:spcBef>
              <a:spcAft>
                <a:spcPts val="0"/>
              </a:spcAft>
              <a:buSzPts val="1200"/>
              <a:buNone/>
              <a:defRPr sz="900">
                <a:solidFill>
                  <a:schemeClr val="accent3"/>
                </a:solidFill>
                <a:latin typeface="Jost"/>
                <a:ea typeface="Jost"/>
                <a:cs typeface="Jost"/>
                <a:sym typeface="Jost"/>
              </a:defRPr>
            </a:lvl3pPr>
            <a:lvl4pPr lvl="3" algn="l">
              <a:lnSpc>
                <a:spcPct val="100000"/>
              </a:lnSpc>
              <a:spcBef>
                <a:spcPts val="0"/>
              </a:spcBef>
              <a:spcAft>
                <a:spcPts val="0"/>
              </a:spcAft>
              <a:buSzPts val="1200"/>
              <a:buNone/>
              <a:defRPr sz="900">
                <a:solidFill>
                  <a:schemeClr val="accent3"/>
                </a:solidFill>
                <a:latin typeface="Jost"/>
                <a:ea typeface="Jost"/>
                <a:cs typeface="Jost"/>
                <a:sym typeface="Jost"/>
              </a:defRPr>
            </a:lvl4pPr>
            <a:lvl5pPr lvl="4" algn="l">
              <a:lnSpc>
                <a:spcPct val="100000"/>
              </a:lnSpc>
              <a:spcBef>
                <a:spcPts val="0"/>
              </a:spcBef>
              <a:spcAft>
                <a:spcPts val="0"/>
              </a:spcAft>
              <a:buSzPts val="1200"/>
              <a:buNone/>
              <a:defRPr sz="900">
                <a:solidFill>
                  <a:schemeClr val="accent3"/>
                </a:solidFill>
                <a:latin typeface="Jost"/>
                <a:ea typeface="Jost"/>
                <a:cs typeface="Jost"/>
                <a:sym typeface="Jost"/>
              </a:defRPr>
            </a:lvl5pPr>
            <a:lvl6pPr lvl="5" algn="l">
              <a:lnSpc>
                <a:spcPct val="100000"/>
              </a:lnSpc>
              <a:spcBef>
                <a:spcPts val="0"/>
              </a:spcBef>
              <a:spcAft>
                <a:spcPts val="0"/>
              </a:spcAft>
              <a:buSzPts val="1200"/>
              <a:buNone/>
              <a:defRPr sz="900">
                <a:solidFill>
                  <a:schemeClr val="accent3"/>
                </a:solidFill>
                <a:latin typeface="Jost"/>
                <a:ea typeface="Jost"/>
                <a:cs typeface="Jost"/>
                <a:sym typeface="Jost"/>
              </a:defRPr>
            </a:lvl6pPr>
            <a:lvl7pPr lvl="6" algn="l">
              <a:lnSpc>
                <a:spcPct val="100000"/>
              </a:lnSpc>
              <a:spcBef>
                <a:spcPts val="0"/>
              </a:spcBef>
              <a:spcAft>
                <a:spcPts val="0"/>
              </a:spcAft>
              <a:buSzPts val="1200"/>
              <a:buNone/>
              <a:defRPr sz="900">
                <a:solidFill>
                  <a:schemeClr val="accent3"/>
                </a:solidFill>
                <a:latin typeface="Jost"/>
                <a:ea typeface="Jost"/>
                <a:cs typeface="Jost"/>
                <a:sym typeface="Jost"/>
              </a:defRPr>
            </a:lvl7pPr>
            <a:lvl8pPr lvl="7" algn="l">
              <a:lnSpc>
                <a:spcPct val="100000"/>
              </a:lnSpc>
              <a:spcBef>
                <a:spcPts val="0"/>
              </a:spcBef>
              <a:spcAft>
                <a:spcPts val="0"/>
              </a:spcAft>
              <a:buSzPts val="1200"/>
              <a:buNone/>
              <a:defRPr sz="900">
                <a:solidFill>
                  <a:schemeClr val="accent3"/>
                </a:solidFill>
                <a:latin typeface="Jost"/>
                <a:ea typeface="Jost"/>
                <a:cs typeface="Jost"/>
                <a:sym typeface="Jost"/>
              </a:defRPr>
            </a:lvl8pPr>
            <a:lvl9pPr lvl="8" algn="l">
              <a:lnSpc>
                <a:spcPct val="100000"/>
              </a:lnSpc>
              <a:spcBef>
                <a:spcPts val="0"/>
              </a:spcBef>
              <a:spcAft>
                <a:spcPts val="0"/>
              </a:spcAft>
              <a:buSzPts val="1200"/>
              <a:buNone/>
              <a:defRPr sz="900">
                <a:solidFill>
                  <a:schemeClr val="accent3"/>
                </a:solidFill>
                <a:latin typeface="Jost"/>
                <a:ea typeface="Jost"/>
                <a:cs typeface="Jost"/>
                <a:sym typeface="Jost"/>
              </a:defRPr>
            </a:lvl9pPr>
          </a:lstStyle>
          <a:p/>
        </p:txBody>
      </p:sp>
      <p:sp>
        <p:nvSpPr>
          <p:cNvPr id="327" name="Google Shape;327;p53"/>
          <p:cNvSpPr txBox="1"/>
          <p:nvPr>
            <p:ph idx="16" type="body"/>
          </p:nvPr>
        </p:nvSpPr>
        <p:spPr>
          <a:xfrm>
            <a:off x="3201411" y="3851575"/>
            <a:ext cx="1289400" cy="714000"/>
          </a:xfrm>
          <a:prstGeom prst="rect">
            <a:avLst/>
          </a:prstGeom>
          <a:noFill/>
          <a:ln>
            <a:noFill/>
          </a:ln>
        </p:spPr>
        <p:txBody>
          <a:bodyPr anchorCtr="0" anchor="t" bIns="0" lIns="0" spcFirstLastPara="1" rIns="0" wrap="square" tIns="0">
            <a:noAutofit/>
          </a:bodyPr>
          <a:lstStyle>
            <a:lvl1pPr indent="-285750" lvl="0" marL="4572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28" name="Google Shape;328;p53"/>
          <p:cNvSpPr txBox="1"/>
          <p:nvPr>
            <p:ph idx="17" type="subTitle"/>
          </p:nvPr>
        </p:nvSpPr>
        <p:spPr>
          <a:xfrm>
            <a:off x="4652727" y="3173750"/>
            <a:ext cx="1289400" cy="226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atin typeface="Figtree Light"/>
                <a:ea typeface="Figtree Light"/>
                <a:cs typeface="Figtree Light"/>
                <a:sym typeface="Figtree Light"/>
              </a:defRPr>
            </a:lvl1pPr>
            <a:lvl2pPr lvl="1" algn="l">
              <a:lnSpc>
                <a:spcPct val="100000"/>
              </a:lnSpc>
              <a:spcBef>
                <a:spcPts val="0"/>
              </a:spcBef>
              <a:spcAft>
                <a:spcPts val="0"/>
              </a:spcAft>
              <a:buSzPts val="1200"/>
              <a:buNone/>
              <a:defRPr>
                <a:latin typeface="Figtree Light"/>
                <a:ea typeface="Figtree Light"/>
                <a:cs typeface="Figtree Light"/>
                <a:sym typeface="Figtree Light"/>
              </a:defRPr>
            </a:lvl2pPr>
            <a:lvl3pPr lvl="2" algn="l">
              <a:lnSpc>
                <a:spcPct val="100000"/>
              </a:lnSpc>
              <a:spcBef>
                <a:spcPts val="0"/>
              </a:spcBef>
              <a:spcAft>
                <a:spcPts val="0"/>
              </a:spcAft>
              <a:buSzPts val="1200"/>
              <a:buNone/>
              <a:defRPr>
                <a:latin typeface="Figtree Light"/>
                <a:ea typeface="Figtree Light"/>
                <a:cs typeface="Figtree Light"/>
                <a:sym typeface="Figtree Light"/>
              </a:defRPr>
            </a:lvl3pPr>
            <a:lvl4pPr lvl="3" algn="l">
              <a:lnSpc>
                <a:spcPct val="100000"/>
              </a:lnSpc>
              <a:spcBef>
                <a:spcPts val="0"/>
              </a:spcBef>
              <a:spcAft>
                <a:spcPts val="0"/>
              </a:spcAft>
              <a:buSzPts val="1200"/>
              <a:buNone/>
              <a:defRPr>
                <a:latin typeface="Figtree Light"/>
                <a:ea typeface="Figtree Light"/>
                <a:cs typeface="Figtree Light"/>
                <a:sym typeface="Figtree Light"/>
              </a:defRPr>
            </a:lvl4pPr>
            <a:lvl5pPr lvl="4" algn="l">
              <a:lnSpc>
                <a:spcPct val="100000"/>
              </a:lnSpc>
              <a:spcBef>
                <a:spcPts val="0"/>
              </a:spcBef>
              <a:spcAft>
                <a:spcPts val="0"/>
              </a:spcAft>
              <a:buSzPts val="1200"/>
              <a:buNone/>
              <a:defRPr>
                <a:latin typeface="Figtree Light"/>
                <a:ea typeface="Figtree Light"/>
                <a:cs typeface="Figtree Light"/>
                <a:sym typeface="Figtree Light"/>
              </a:defRPr>
            </a:lvl5pPr>
            <a:lvl6pPr lvl="5" algn="l">
              <a:lnSpc>
                <a:spcPct val="100000"/>
              </a:lnSpc>
              <a:spcBef>
                <a:spcPts val="0"/>
              </a:spcBef>
              <a:spcAft>
                <a:spcPts val="0"/>
              </a:spcAft>
              <a:buSzPts val="1200"/>
              <a:buNone/>
              <a:defRPr>
                <a:latin typeface="Figtree Light"/>
                <a:ea typeface="Figtree Light"/>
                <a:cs typeface="Figtree Light"/>
                <a:sym typeface="Figtree Light"/>
              </a:defRPr>
            </a:lvl6pPr>
            <a:lvl7pPr lvl="6" algn="l">
              <a:lnSpc>
                <a:spcPct val="100000"/>
              </a:lnSpc>
              <a:spcBef>
                <a:spcPts val="0"/>
              </a:spcBef>
              <a:spcAft>
                <a:spcPts val="0"/>
              </a:spcAft>
              <a:buSzPts val="1200"/>
              <a:buNone/>
              <a:defRPr>
                <a:latin typeface="Figtree Light"/>
                <a:ea typeface="Figtree Light"/>
                <a:cs typeface="Figtree Light"/>
                <a:sym typeface="Figtree Light"/>
              </a:defRPr>
            </a:lvl7pPr>
            <a:lvl8pPr lvl="7" algn="l">
              <a:lnSpc>
                <a:spcPct val="100000"/>
              </a:lnSpc>
              <a:spcBef>
                <a:spcPts val="0"/>
              </a:spcBef>
              <a:spcAft>
                <a:spcPts val="0"/>
              </a:spcAft>
              <a:buSzPts val="1200"/>
              <a:buNone/>
              <a:defRPr>
                <a:latin typeface="Figtree Light"/>
                <a:ea typeface="Figtree Light"/>
                <a:cs typeface="Figtree Light"/>
                <a:sym typeface="Figtree Light"/>
              </a:defRPr>
            </a:lvl8pPr>
            <a:lvl9pPr lvl="8" algn="l">
              <a:lnSpc>
                <a:spcPct val="100000"/>
              </a:lnSpc>
              <a:spcBef>
                <a:spcPts val="0"/>
              </a:spcBef>
              <a:spcAft>
                <a:spcPts val="0"/>
              </a:spcAft>
              <a:buSzPts val="1200"/>
              <a:buNone/>
              <a:defRPr>
                <a:latin typeface="Figtree Light"/>
                <a:ea typeface="Figtree Light"/>
                <a:cs typeface="Figtree Light"/>
                <a:sym typeface="Figtree Light"/>
              </a:defRPr>
            </a:lvl9pPr>
          </a:lstStyle>
          <a:p/>
        </p:txBody>
      </p:sp>
      <p:sp>
        <p:nvSpPr>
          <p:cNvPr id="329" name="Google Shape;329;p53"/>
          <p:cNvSpPr txBox="1"/>
          <p:nvPr>
            <p:ph idx="18" type="subTitle"/>
          </p:nvPr>
        </p:nvSpPr>
        <p:spPr>
          <a:xfrm>
            <a:off x="4652727" y="3419421"/>
            <a:ext cx="1289400" cy="12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900">
                <a:solidFill>
                  <a:schemeClr val="accent3"/>
                </a:solidFill>
                <a:latin typeface="Jost"/>
                <a:ea typeface="Jost"/>
                <a:cs typeface="Jost"/>
                <a:sym typeface="Jost"/>
              </a:defRPr>
            </a:lvl1pPr>
            <a:lvl2pPr lvl="1" algn="l">
              <a:lnSpc>
                <a:spcPct val="100000"/>
              </a:lnSpc>
              <a:spcBef>
                <a:spcPts val="0"/>
              </a:spcBef>
              <a:spcAft>
                <a:spcPts val="0"/>
              </a:spcAft>
              <a:buSzPts val="1200"/>
              <a:buNone/>
              <a:defRPr sz="900">
                <a:solidFill>
                  <a:schemeClr val="accent3"/>
                </a:solidFill>
                <a:latin typeface="Jost"/>
                <a:ea typeface="Jost"/>
                <a:cs typeface="Jost"/>
                <a:sym typeface="Jost"/>
              </a:defRPr>
            </a:lvl2pPr>
            <a:lvl3pPr lvl="2" algn="l">
              <a:lnSpc>
                <a:spcPct val="100000"/>
              </a:lnSpc>
              <a:spcBef>
                <a:spcPts val="0"/>
              </a:spcBef>
              <a:spcAft>
                <a:spcPts val="0"/>
              </a:spcAft>
              <a:buSzPts val="1200"/>
              <a:buNone/>
              <a:defRPr sz="900">
                <a:solidFill>
                  <a:schemeClr val="accent3"/>
                </a:solidFill>
                <a:latin typeface="Jost"/>
                <a:ea typeface="Jost"/>
                <a:cs typeface="Jost"/>
                <a:sym typeface="Jost"/>
              </a:defRPr>
            </a:lvl3pPr>
            <a:lvl4pPr lvl="3" algn="l">
              <a:lnSpc>
                <a:spcPct val="100000"/>
              </a:lnSpc>
              <a:spcBef>
                <a:spcPts val="0"/>
              </a:spcBef>
              <a:spcAft>
                <a:spcPts val="0"/>
              </a:spcAft>
              <a:buSzPts val="1200"/>
              <a:buNone/>
              <a:defRPr sz="900">
                <a:solidFill>
                  <a:schemeClr val="accent3"/>
                </a:solidFill>
                <a:latin typeface="Jost"/>
                <a:ea typeface="Jost"/>
                <a:cs typeface="Jost"/>
                <a:sym typeface="Jost"/>
              </a:defRPr>
            </a:lvl4pPr>
            <a:lvl5pPr lvl="4" algn="l">
              <a:lnSpc>
                <a:spcPct val="100000"/>
              </a:lnSpc>
              <a:spcBef>
                <a:spcPts val="0"/>
              </a:spcBef>
              <a:spcAft>
                <a:spcPts val="0"/>
              </a:spcAft>
              <a:buSzPts val="1200"/>
              <a:buNone/>
              <a:defRPr sz="900">
                <a:solidFill>
                  <a:schemeClr val="accent3"/>
                </a:solidFill>
                <a:latin typeface="Jost"/>
                <a:ea typeface="Jost"/>
                <a:cs typeface="Jost"/>
                <a:sym typeface="Jost"/>
              </a:defRPr>
            </a:lvl5pPr>
            <a:lvl6pPr lvl="5" algn="l">
              <a:lnSpc>
                <a:spcPct val="100000"/>
              </a:lnSpc>
              <a:spcBef>
                <a:spcPts val="0"/>
              </a:spcBef>
              <a:spcAft>
                <a:spcPts val="0"/>
              </a:spcAft>
              <a:buSzPts val="1200"/>
              <a:buNone/>
              <a:defRPr sz="900">
                <a:solidFill>
                  <a:schemeClr val="accent3"/>
                </a:solidFill>
                <a:latin typeface="Jost"/>
                <a:ea typeface="Jost"/>
                <a:cs typeface="Jost"/>
                <a:sym typeface="Jost"/>
              </a:defRPr>
            </a:lvl6pPr>
            <a:lvl7pPr lvl="6" algn="l">
              <a:lnSpc>
                <a:spcPct val="100000"/>
              </a:lnSpc>
              <a:spcBef>
                <a:spcPts val="0"/>
              </a:spcBef>
              <a:spcAft>
                <a:spcPts val="0"/>
              </a:spcAft>
              <a:buSzPts val="1200"/>
              <a:buNone/>
              <a:defRPr sz="900">
                <a:solidFill>
                  <a:schemeClr val="accent3"/>
                </a:solidFill>
                <a:latin typeface="Jost"/>
                <a:ea typeface="Jost"/>
                <a:cs typeface="Jost"/>
                <a:sym typeface="Jost"/>
              </a:defRPr>
            </a:lvl7pPr>
            <a:lvl8pPr lvl="7" algn="l">
              <a:lnSpc>
                <a:spcPct val="100000"/>
              </a:lnSpc>
              <a:spcBef>
                <a:spcPts val="0"/>
              </a:spcBef>
              <a:spcAft>
                <a:spcPts val="0"/>
              </a:spcAft>
              <a:buSzPts val="1200"/>
              <a:buNone/>
              <a:defRPr sz="900">
                <a:solidFill>
                  <a:schemeClr val="accent3"/>
                </a:solidFill>
                <a:latin typeface="Jost"/>
                <a:ea typeface="Jost"/>
                <a:cs typeface="Jost"/>
                <a:sym typeface="Jost"/>
              </a:defRPr>
            </a:lvl8pPr>
            <a:lvl9pPr lvl="8" algn="l">
              <a:lnSpc>
                <a:spcPct val="100000"/>
              </a:lnSpc>
              <a:spcBef>
                <a:spcPts val="0"/>
              </a:spcBef>
              <a:spcAft>
                <a:spcPts val="0"/>
              </a:spcAft>
              <a:buSzPts val="1200"/>
              <a:buNone/>
              <a:defRPr sz="900">
                <a:solidFill>
                  <a:schemeClr val="accent3"/>
                </a:solidFill>
                <a:latin typeface="Jost"/>
                <a:ea typeface="Jost"/>
                <a:cs typeface="Jost"/>
                <a:sym typeface="Jost"/>
              </a:defRPr>
            </a:lvl9pPr>
          </a:lstStyle>
          <a:p/>
        </p:txBody>
      </p:sp>
      <p:sp>
        <p:nvSpPr>
          <p:cNvPr id="330" name="Google Shape;330;p53"/>
          <p:cNvSpPr txBox="1"/>
          <p:nvPr>
            <p:ph idx="19" type="body"/>
          </p:nvPr>
        </p:nvSpPr>
        <p:spPr>
          <a:xfrm>
            <a:off x="4652725" y="3851575"/>
            <a:ext cx="1289400" cy="714000"/>
          </a:xfrm>
          <a:prstGeom prst="rect">
            <a:avLst/>
          </a:prstGeom>
          <a:noFill/>
          <a:ln>
            <a:noFill/>
          </a:ln>
        </p:spPr>
        <p:txBody>
          <a:bodyPr anchorCtr="0" anchor="t" bIns="0" lIns="0" spcFirstLastPara="1" rIns="0" wrap="square" tIns="0">
            <a:noAutofit/>
          </a:bodyPr>
          <a:lstStyle>
            <a:lvl1pPr indent="-285750" lvl="0" marL="4572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
        <p:nvSpPr>
          <p:cNvPr id="331" name="Google Shape;331;p53"/>
          <p:cNvSpPr txBox="1"/>
          <p:nvPr>
            <p:ph idx="20" type="subTitle"/>
          </p:nvPr>
        </p:nvSpPr>
        <p:spPr>
          <a:xfrm>
            <a:off x="7646687" y="3172725"/>
            <a:ext cx="1289400" cy="226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a:latin typeface="Figtree Light"/>
                <a:ea typeface="Figtree Light"/>
                <a:cs typeface="Figtree Light"/>
                <a:sym typeface="Figtree Light"/>
              </a:defRPr>
            </a:lvl1pPr>
            <a:lvl2pPr lvl="1" algn="l">
              <a:lnSpc>
                <a:spcPct val="100000"/>
              </a:lnSpc>
              <a:spcBef>
                <a:spcPts val="0"/>
              </a:spcBef>
              <a:spcAft>
                <a:spcPts val="0"/>
              </a:spcAft>
              <a:buSzPts val="1200"/>
              <a:buNone/>
              <a:defRPr>
                <a:latin typeface="Figtree Light"/>
                <a:ea typeface="Figtree Light"/>
                <a:cs typeface="Figtree Light"/>
                <a:sym typeface="Figtree Light"/>
              </a:defRPr>
            </a:lvl2pPr>
            <a:lvl3pPr lvl="2" algn="l">
              <a:lnSpc>
                <a:spcPct val="100000"/>
              </a:lnSpc>
              <a:spcBef>
                <a:spcPts val="0"/>
              </a:spcBef>
              <a:spcAft>
                <a:spcPts val="0"/>
              </a:spcAft>
              <a:buSzPts val="1200"/>
              <a:buNone/>
              <a:defRPr>
                <a:latin typeface="Figtree Light"/>
                <a:ea typeface="Figtree Light"/>
                <a:cs typeface="Figtree Light"/>
                <a:sym typeface="Figtree Light"/>
              </a:defRPr>
            </a:lvl3pPr>
            <a:lvl4pPr lvl="3" algn="l">
              <a:lnSpc>
                <a:spcPct val="100000"/>
              </a:lnSpc>
              <a:spcBef>
                <a:spcPts val="0"/>
              </a:spcBef>
              <a:spcAft>
                <a:spcPts val="0"/>
              </a:spcAft>
              <a:buSzPts val="1200"/>
              <a:buNone/>
              <a:defRPr>
                <a:latin typeface="Figtree Light"/>
                <a:ea typeface="Figtree Light"/>
                <a:cs typeface="Figtree Light"/>
                <a:sym typeface="Figtree Light"/>
              </a:defRPr>
            </a:lvl4pPr>
            <a:lvl5pPr lvl="4" algn="l">
              <a:lnSpc>
                <a:spcPct val="100000"/>
              </a:lnSpc>
              <a:spcBef>
                <a:spcPts val="0"/>
              </a:spcBef>
              <a:spcAft>
                <a:spcPts val="0"/>
              </a:spcAft>
              <a:buSzPts val="1200"/>
              <a:buNone/>
              <a:defRPr>
                <a:latin typeface="Figtree Light"/>
                <a:ea typeface="Figtree Light"/>
                <a:cs typeface="Figtree Light"/>
                <a:sym typeface="Figtree Light"/>
              </a:defRPr>
            </a:lvl5pPr>
            <a:lvl6pPr lvl="5" algn="l">
              <a:lnSpc>
                <a:spcPct val="100000"/>
              </a:lnSpc>
              <a:spcBef>
                <a:spcPts val="0"/>
              </a:spcBef>
              <a:spcAft>
                <a:spcPts val="0"/>
              </a:spcAft>
              <a:buSzPts val="1200"/>
              <a:buNone/>
              <a:defRPr>
                <a:latin typeface="Figtree Light"/>
                <a:ea typeface="Figtree Light"/>
                <a:cs typeface="Figtree Light"/>
                <a:sym typeface="Figtree Light"/>
              </a:defRPr>
            </a:lvl6pPr>
            <a:lvl7pPr lvl="6" algn="l">
              <a:lnSpc>
                <a:spcPct val="100000"/>
              </a:lnSpc>
              <a:spcBef>
                <a:spcPts val="0"/>
              </a:spcBef>
              <a:spcAft>
                <a:spcPts val="0"/>
              </a:spcAft>
              <a:buSzPts val="1200"/>
              <a:buNone/>
              <a:defRPr>
                <a:latin typeface="Figtree Light"/>
                <a:ea typeface="Figtree Light"/>
                <a:cs typeface="Figtree Light"/>
                <a:sym typeface="Figtree Light"/>
              </a:defRPr>
            </a:lvl7pPr>
            <a:lvl8pPr lvl="7" algn="l">
              <a:lnSpc>
                <a:spcPct val="100000"/>
              </a:lnSpc>
              <a:spcBef>
                <a:spcPts val="0"/>
              </a:spcBef>
              <a:spcAft>
                <a:spcPts val="0"/>
              </a:spcAft>
              <a:buSzPts val="1200"/>
              <a:buNone/>
              <a:defRPr>
                <a:latin typeface="Figtree Light"/>
                <a:ea typeface="Figtree Light"/>
                <a:cs typeface="Figtree Light"/>
                <a:sym typeface="Figtree Light"/>
              </a:defRPr>
            </a:lvl8pPr>
            <a:lvl9pPr lvl="8" algn="l">
              <a:lnSpc>
                <a:spcPct val="100000"/>
              </a:lnSpc>
              <a:spcBef>
                <a:spcPts val="0"/>
              </a:spcBef>
              <a:spcAft>
                <a:spcPts val="0"/>
              </a:spcAft>
              <a:buSzPts val="1200"/>
              <a:buNone/>
              <a:defRPr>
                <a:latin typeface="Figtree Light"/>
                <a:ea typeface="Figtree Light"/>
                <a:cs typeface="Figtree Light"/>
                <a:sym typeface="Figtree Light"/>
              </a:defRPr>
            </a:lvl9pPr>
          </a:lstStyle>
          <a:p/>
        </p:txBody>
      </p:sp>
      <p:sp>
        <p:nvSpPr>
          <p:cNvPr id="332" name="Google Shape;332;p53"/>
          <p:cNvSpPr txBox="1"/>
          <p:nvPr>
            <p:ph idx="21" type="subTitle"/>
          </p:nvPr>
        </p:nvSpPr>
        <p:spPr>
          <a:xfrm>
            <a:off x="7646687" y="3418396"/>
            <a:ext cx="1289400" cy="1254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200"/>
              <a:buNone/>
              <a:defRPr sz="900">
                <a:solidFill>
                  <a:schemeClr val="accent3"/>
                </a:solidFill>
                <a:latin typeface="Jost"/>
                <a:ea typeface="Jost"/>
                <a:cs typeface="Jost"/>
                <a:sym typeface="Jost"/>
              </a:defRPr>
            </a:lvl1pPr>
            <a:lvl2pPr lvl="1" algn="l">
              <a:lnSpc>
                <a:spcPct val="100000"/>
              </a:lnSpc>
              <a:spcBef>
                <a:spcPts val="0"/>
              </a:spcBef>
              <a:spcAft>
                <a:spcPts val="0"/>
              </a:spcAft>
              <a:buSzPts val="1200"/>
              <a:buNone/>
              <a:defRPr sz="900">
                <a:solidFill>
                  <a:schemeClr val="accent3"/>
                </a:solidFill>
                <a:latin typeface="Jost"/>
                <a:ea typeface="Jost"/>
                <a:cs typeface="Jost"/>
                <a:sym typeface="Jost"/>
              </a:defRPr>
            </a:lvl2pPr>
            <a:lvl3pPr lvl="2" algn="l">
              <a:lnSpc>
                <a:spcPct val="100000"/>
              </a:lnSpc>
              <a:spcBef>
                <a:spcPts val="0"/>
              </a:spcBef>
              <a:spcAft>
                <a:spcPts val="0"/>
              </a:spcAft>
              <a:buSzPts val="1200"/>
              <a:buNone/>
              <a:defRPr sz="900">
                <a:solidFill>
                  <a:schemeClr val="accent3"/>
                </a:solidFill>
                <a:latin typeface="Jost"/>
                <a:ea typeface="Jost"/>
                <a:cs typeface="Jost"/>
                <a:sym typeface="Jost"/>
              </a:defRPr>
            </a:lvl3pPr>
            <a:lvl4pPr lvl="3" algn="l">
              <a:lnSpc>
                <a:spcPct val="100000"/>
              </a:lnSpc>
              <a:spcBef>
                <a:spcPts val="0"/>
              </a:spcBef>
              <a:spcAft>
                <a:spcPts val="0"/>
              </a:spcAft>
              <a:buSzPts val="1200"/>
              <a:buNone/>
              <a:defRPr sz="900">
                <a:solidFill>
                  <a:schemeClr val="accent3"/>
                </a:solidFill>
                <a:latin typeface="Jost"/>
                <a:ea typeface="Jost"/>
                <a:cs typeface="Jost"/>
                <a:sym typeface="Jost"/>
              </a:defRPr>
            </a:lvl4pPr>
            <a:lvl5pPr lvl="4" algn="l">
              <a:lnSpc>
                <a:spcPct val="100000"/>
              </a:lnSpc>
              <a:spcBef>
                <a:spcPts val="0"/>
              </a:spcBef>
              <a:spcAft>
                <a:spcPts val="0"/>
              </a:spcAft>
              <a:buSzPts val="1200"/>
              <a:buNone/>
              <a:defRPr sz="900">
                <a:solidFill>
                  <a:schemeClr val="accent3"/>
                </a:solidFill>
                <a:latin typeface="Jost"/>
                <a:ea typeface="Jost"/>
                <a:cs typeface="Jost"/>
                <a:sym typeface="Jost"/>
              </a:defRPr>
            </a:lvl5pPr>
            <a:lvl6pPr lvl="5" algn="l">
              <a:lnSpc>
                <a:spcPct val="100000"/>
              </a:lnSpc>
              <a:spcBef>
                <a:spcPts val="0"/>
              </a:spcBef>
              <a:spcAft>
                <a:spcPts val="0"/>
              </a:spcAft>
              <a:buSzPts val="1200"/>
              <a:buNone/>
              <a:defRPr sz="900">
                <a:solidFill>
                  <a:schemeClr val="accent3"/>
                </a:solidFill>
                <a:latin typeface="Jost"/>
                <a:ea typeface="Jost"/>
                <a:cs typeface="Jost"/>
                <a:sym typeface="Jost"/>
              </a:defRPr>
            </a:lvl6pPr>
            <a:lvl7pPr lvl="6" algn="l">
              <a:lnSpc>
                <a:spcPct val="100000"/>
              </a:lnSpc>
              <a:spcBef>
                <a:spcPts val="0"/>
              </a:spcBef>
              <a:spcAft>
                <a:spcPts val="0"/>
              </a:spcAft>
              <a:buSzPts val="1200"/>
              <a:buNone/>
              <a:defRPr sz="900">
                <a:solidFill>
                  <a:schemeClr val="accent3"/>
                </a:solidFill>
                <a:latin typeface="Jost"/>
                <a:ea typeface="Jost"/>
                <a:cs typeface="Jost"/>
                <a:sym typeface="Jost"/>
              </a:defRPr>
            </a:lvl7pPr>
            <a:lvl8pPr lvl="7" algn="l">
              <a:lnSpc>
                <a:spcPct val="100000"/>
              </a:lnSpc>
              <a:spcBef>
                <a:spcPts val="0"/>
              </a:spcBef>
              <a:spcAft>
                <a:spcPts val="0"/>
              </a:spcAft>
              <a:buSzPts val="1200"/>
              <a:buNone/>
              <a:defRPr sz="900">
                <a:solidFill>
                  <a:schemeClr val="accent3"/>
                </a:solidFill>
                <a:latin typeface="Jost"/>
                <a:ea typeface="Jost"/>
                <a:cs typeface="Jost"/>
                <a:sym typeface="Jost"/>
              </a:defRPr>
            </a:lvl8pPr>
            <a:lvl9pPr lvl="8" algn="l">
              <a:lnSpc>
                <a:spcPct val="100000"/>
              </a:lnSpc>
              <a:spcBef>
                <a:spcPts val="0"/>
              </a:spcBef>
              <a:spcAft>
                <a:spcPts val="0"/>
              </a:spcAft>
              <a:buSzPts val="1200"/>
              <a:buNone/>
              <a:defRPr sz="900">
                <a:solidFill>
                  <a:schemeClr val="accent3"/>
                </a:solidFill>
                <a:latin typeface="Jost"/>
                <a:ea typeface="Jost"/>
                <a:cs typeface="Jost"/>
                <a:sym typeface="Jost"/>
              </a:defRPr>
            </a:lvl9pPr>
          </a:lstStyle>
          <a:p/>
        </p:txBody>
      </p:sp>
      <p:sp>
        <p:nvSpPr>
          <p:cNvPr id="333" name="Google Shape;333;p53"/>
          <p:cNvSpPr txBox="1"/>
          <p:nvPr>
            <p:ph idx="22" type="body"/>
          </p:nvPr>
        </p:nvSpPr>
        <p:spPr>
          <a:xfrm>
            <a:off x="7646686" y="3850550"/>
            <a:ext cx="1289400" cy="714000"/>
          </a:xfrm>
          <a:prstGeom prst="rect">
            <a:avLst/>
          </a:prstGeom>
          <a:noFill/>
          <a:ln>
            <a:noFill/>
          </a:ln>
        </p:spPr>
        <p:txBody>
          <a:bodyPr anchorCtr="0" anchor="t" bIns="0" lIns="0" spcFirstLastPara="1" rIns="0" wrap="square" tIns="0">
            <a:noAutofit/>
          </a:bodyPr>
          <a:lstStyle>
            <a:lvl1pPr indent="-285750" lvl="0" marL="4572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1pPr>
            <a:lvl2pPr indent="-285750" lvl="1" marL="9144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2pPr>
            <a:lvl3pPr indent="-285750" lvl="2" marL="13716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3pPr>
            <a:lvl4pPr indent="-285750" lvl="3" marL="18288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4pPr>
            <a:lvl5pPr indent="-285750" lvl="4" marL="22860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5pPr>
            <a:lvl6pPr indent="-285750" lvl="5" marL="27432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6pPr>
            <a:lvl7pPr indent="-285750" lvl="6" marL="32004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7pPr>
            <a:lvl8pPr indent="-285750" lvl="7" marL="36576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8pPr>
            <a:lvl9pPr indent="-285750" lvl="8" marL="4114800" algn="l">
              <a:lnSpc>
                <a:spcPct val="100000"/>
              </a:lnSpc>
              <a:spcBef>
                <a:spcPts val="0"/>
              </a:spcBef>
              <a:spcAft>
                <a:spcPts val="0"/>
              </a:spcAft>
              <a:buClr>
                <a:schemeClr val="dk1"/>
              </a:buClr>
              <a:buSzPts val="900"/>
              <a:buFont typeface="Jost Light"/>
              <a:buChar char="■"/>
              <a:defRPr sz="900">
                <a:latin typeface="Jost Light"/>
                <a:ea typeface="Jost Light"/>
                <a:cs typeface="Jost Light"/>
                <a:sym typeface="Jost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34" name="Shape 334"/>
        <p:cNvGrpSpPr/>
        <p:nvPr/>
      </p:nvGrpSpPr>
      <p:grpSpPr>
        <a:xfrm>
          <a:off x="0" y="0"/>
          <a:ext cx="0" cy="0"/>
          <a:chOff x="0" y="0"/>
          <a:chExt cx="0" cy="0"/>
        </a:xfrm>
      </p:grpSpPr>
      <p:sp>
        <p:nvSpPr>
          <p:cNvPr id="335" name="Google Shape;335;p5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36" name="Google Shape;336;p54"/>
          <p:cNvSpPr txBox="1"/>
          <p:nvPr>
            <p:ph idx="1" type="subTitle"/>
          </p:nvPr>
        </p:nvSpPr>
        <p:spPr>
          <a:xfrm>
            <a:off x="311700" y="2834125"/>
            <a:ext cx="8520600" cy="7926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37" name="Shape 337"/>
        <p:cNvGrpSpPr/>
        <p:nvPr/>
      </p:nvGrpSpPr>
      <p:grpSpPr>
        <a:xfrm>
          <a:off x="0" y="0"/>
          <a:ext cx="0" cy="0"/>
          <a:chOff x="0" y="0"/>
          <a:chExt cx="0" cy="0"/>
        </a:xfrm>
      </p:grpSpPr>
      <p:sp>
        <p:nvSpPr>
          <p:cNvPr id="338" name="Google Shape;338;p5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39" name="Shape 339"/>
        <p:cNvGrpSpPr/>
        <p:nvPr/>
      </p:nvGrpSpPr>
      <p:grpSpPr>
        <a:xfrm>
          <a:off x="0" y="0"/>
          <a:ext cx="0" cy="0"/>
          <a:chOff x="0" y="0"/>
          <a:chExt cx="0" cy="0"/>
        </a:xfrm>
      </p:grpSpPr>
      <p:sp>
        <p:nvSpPr>
          <p:cNvPr id="340" name="Google Shape;340;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1" name="Google Shape;341;p5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42" name="Shape 342"/>
        <p:cNvGrpSpPr/>
        <p:nvPr/>
      </p:nvGrpSpPr>
      <p:grpSpPr>
        <a:xfrm>
          <a:off x="0" y="0"/>
          <a:ext cx="0" cy="0"/>
          <a:chOff x="0" y="0"/>
          <a:chExt cx="0" cy="0"/>
        </a:xfrm>
      </p:grpSpPr>
      <p:sp>
        <p:nvSpPr>
          <p:cNvPr id="343" name="Google Shape;343;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4" name="Google Shape;344;p5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45" name="Google Shape;345;p5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6" name="Shape 346"/>
        <p:cNvGrpSpPr/>
        <p:nvPr/>
      </p:nvGrpSpPr>
      <p:grpSpPr>
        <a:xfrm>
          <a:off x="0" y="0"/>
          <a:ext cx="0" cy="0"/>
          <a:chOff x="0" y="0"/>
          <a:chExt cx="0" cy="0"/>
        </a:xfrm>
      </p:grpSpPr>
      <p:sp>
        <p:nvSpPr>
          <p:cNvPr id="347" name="Google Shape;347;p5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48" name="Shape 348"/>
        <p:cNvGrpSpPr/>
        <p:nvPr/>
      </p:nvGrpSpPr>
      <p:grpSpPr>
        <a:xfrm>
          <a:off x="0" y="0"/>
          <a:ext cx="0" cy="0"/>
          <a:chOff x="0" y="0"/>
          <a:chExt cx="0" cy="0"/>
        </a:xfrm>
      </p:grpSpPr>
      <p:sp>
        <p:nvSpPr>
          <p:cNvPr id="349" name="Google Shape;349;p5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50" name="Google Shape;350;p5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51" name="Shape 351"/>
        <p:cNvGrpSpPr/>
        <p:nvPr/>
      </p:nvGrpSpPr>
      <p:grpSpPr>
        <a:xfrm>
          <a:off x="0" y="0"/>
          <a:ext cx="0" cy="0"/>
          <a:chOff x="0" y="0"/>
          <a:chExt cx="0" cy="0"/>
        </a:xfrm>
      </p:grpSpPr>
      <p:sp>
        <p:nvSpPr>
          <p:cNvPr id="352" name="Google Shape;352;p6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53" name="Shape 353"/>
        <p:cNvGrpSpPr/>
        <p:nvPr/>
      </p:nvGrpSpPr>
      <p:grpSpPr>
        <a:xfrm>
          <a:off x="0" y="0"/>
          <a:ext cx="0" cy="0"/>
          <a:chOff x="0" y="0"/>
          <a:chExt cx="0" cy="0"/>
        </a:xfrm>
      </p:grpSpPr>
      <p:sp>
        <p:nvSpPr>
          <p:cNvPr id="354" name="Google Shape;354;p6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55" name="Google Shape;355;p61"/>
          <p:cNvSpPr txBox="1"/>
          <p:nvPr>
            <p:ph idx="1" type="subTitle"/>
          </p:nvPr>
        </p:nvSpPr>
        <p:spPr>
          <a:xfrm>
            <a:off x="265500" y="2803075"/>
            <a:ext cx="4045200" cy="1235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6" name="Google Shape;356;p6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57" name="Shape 357"/>
        <p:cNvGrpSpPr/>
        <p:nvPr/>
      </p:nvGrpSpPr>
      <p:grpSpPr>
        <a:xfrm>
          <a:off x="0" y="0"/>
          <a:ext cx="0" cy="0"/>
          <a:chOff x="0" y="0"/>
          <a:chExt cx="0" cy="0"/>
        </a:xfrm>
      </p:grpSpPr>
      <p:sp>
        <p:nvSpPr>
          <p:cNvPr id="358" name="Google Shape;358;p6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200"/>
              <a:buNone/>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59" name="Shape 359"/>
        <p:cNvGrpSpPr/>
        <p:nvPr/>
      </p:nvGrpSpPr>
      <p:grpSpPr>
        <a:xfrm>
          <a:off x="0" y="0"/>
          <a:ext cx="0" cy="0"/>
          <a:chOff x="0" y="0"/>
          <a:chExt cx="0" cy="0"/>
        </a:xfrm>
      </p:grpSpPr>
      <p:sp>
        <p:nvSpPr>
          <p:cNvPr id="360" name="Google Shape;360;p63"/>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p:txBody>
      </p:sp>
      <p:sp>
        <p:nvSpPr>
          <p:cNvPr id="361" name="Google Shape;361;p6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04800" lvl="0" marL="457200" algn="ctr">
              <a:lnSpc>
                <a:spcPct val="100000"/>
              </a:lnSpc>
              <a:spcBef>
                <a:spcPts val="0"/>
              </a:spcBef>
              <a:spcAft>
                <a:spcPts val="0"/>
              </a:spcAft>
              <a:buSzPts val="1200"/>
              <a:buChar char="●"/>
              <a:defRPr/>
            </a:lvl1pPr>
            <a:lvl2pPr indent="-304800" lvl="1" marL="914400" algn="ctr">
              <a:lnSpc>
                <a:spcPct val="100000"/>
              </a:lnSpc>
              <a:spcBef>
                <a:spcPts val="0"/>
              </a:spcBef>
              <a:spcAft>
                <a:spcPts val="0"/>
              </a:spcAft>
              <a:buSzPts val="1200"/>
              <a:buChar char="○"/>
              <a:defRPr/>
            </a:lvl2pPr>
            <a:lvl3pPr indent="-304800" lvl="2" marL="1371600" algn="ctr">
              <a:lnSpc>
                <a:spcPct val="100000"/>
              </a:lnSpc>
              <a:spcBef>
                <a:spcPts val="0"/>
              </a:spcBef>
              <a:spcAft>
                <a:spcPts val="0"/>
              </a:spcAft>
              <a:buSzPts val="1200"/>
              <a:buChar char="■"/>
              <a:defRPr/>
            </a:lvl3pPr>
            <a:lvl4pPr indent="-304800" lvl="3" marL="1828800" algn="ctr">
              <a:lnSpc>
                <a:spcPct val="100000"/>
              </a:lnSpc>
              <a:spcBef>
                <a:spcPts val="0"/>
              </a:spcBef>
              <a:spcAft>
                <a:spcPts val="0"/>
              </a:spcAft>
              <a:buSzPts val="1200"/>
              <a:buChar char="●"/>
              <a:defRPr/>
            </a:lvl4pPr>
            <a:lvl5pPr indent="-304800" lvl="4" marL="2286000" algn="ctr">
              <a:lnSpc>
                <a:spcPct val="100000"/>
              </a:lnSpc>
              <a:spcBef>
                <a:spcPts val="0"/>
              </a:spcBef>
              <a:spcAft>
                <a:spcPts val="0"/>
              </a:spcAft>
              <a:buSzPts val="1200"/>
              <a:buChar char="○"/>
              <a:defRPr/>
            </a:lvl5pPr>
            <a:lvl6pPr indent="-304800" lvl="5" marL="2743200" algn="ctr">
              <a:lnSpc>
                <a:spcPct val="100000"/>
              </a:lnSpc>
              <a:spcBef>
                <a:spcPts val="0"/>
              </a:spcBef>
              <a:spcAft>
                <a:spcPts val="0"/>
              </a:spcAft>
              <a:buSzPts val="1200"/>
              <a:buChar char="■"/>
              <a:defRPr/>
            </a:lvl6pPr>
            <a:lvl7pPr indent="-304800" lvl="6" marL="3200400" algn="ctr">
              <a:lnSpc>
                <a:spcPct val="100000"/>
              </a:lnSpc>
              <a:spcBef>
                <a:spcPts val="0"/>
              </a:spcBef>
              <a:spcAft>
                <a:spcPts val="0"/>
              </a:spcAft>
              <a:buSzPts val="1200"/>
              <a:buChar char="●"/>
              <a:defRPr/>
            </a:lvl7pPr>
            <a:lvl8pPr indent="-304800" lvl="7" marL="3657600" algn="ctr">
              <a:lnSpc>
                <a:spcPct val="100000"/>
              </a:lnSpc>
              <a:spcBef>
                <a:spcPts val="0"/>
              </a:spcBef>
              <a:spcAft>
                <a:spcPts val="0"/>
              </a:spcAft>
              <a:buSzPts val="1200"/>
              <a:buChar char="○"/>
              <a:defRPr/>
            </a:lvl8pPr>
            <a:lvl9pPr indent="-304800" lvl="8" marL="4114800" algn="ctr">
              <a:lnSpc>
                <a:spcPct val="100000"/>
              </a:lnSpc>
              <a:spcBef>
                <a:spcPts val="0"/>
              </a:spcBef>
              <a:spcAft>
                <a:spcPts val="0"/>
              </a:spcAft>
              <a:buSzPts val="12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62" name="Shape 362"/>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63" name="Shape 363"/>
        <p:cNvGrpSpPr/>
        <p:nvPr/>
      </p:nvGrpSpPr>
      <p:grpSpPr>
        <a:xfrm>
          <a:off x="0" y="0"/>
          <a:ext cx="0" cy="0"/>
          <a:chOff x="0" y="0"/>
          <a:chExt cx="0" cy="0"/>
        </a:xfrm>
      </p:grpSpPr>
      <p:sp>
        <p:nvSpPr>
          <p:cNvPr id="364" name="Google Shape;364;p65"/>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5" name="Google Shape;365;p65"/>
          <p:cNvSpPr txBox="1"/>
          <p:nvPr>
            <p:ph idx="1" type="subTitle"/>
          </p:nvPr>
        </p:nvSpPr>
        <p:spPr>
          <a:xfrm>
            <a:off x="4406650" y="393750"/>
            <a:ext cx="4409700" cy="54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6" name="Google Shape;366;p65"/>
          <p:cNvSpPr txBox="1"/>
          <p:nvPr>
            <p:ph idx="2" type="subTitle"/>
          </p:nvPr>
        </p:nvSpPr>
        <p:spPr>
          <a:xfrm>
            <a:off x="4406650" y="1151705"/>
            <a:ext cx="4409700" cy="54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7" name="Google Shape;367;p65"/>
          <p:cNvSpPr txBox="1"/>
          <p:nvPr>
            <p:ph idx="3" type="subTitle"/>
          </p:nvPr>
        </p:nvSpPr>
        <p:spPr>
          <a:xfrm>
            <a:off x="4406650" y="3425570"/>
            <a:ext cx="4409700" cy="54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8" name="Google Shape;368;p65"/>
          <p:cNvSpPr txBox="1"/>
          <p:nvPr>
            <p:ph idx="4" type="subTitle"/>
          </p:nvPr>
        </p:nvSpPr>
        <p:spPr>
          <a:xfrm>
            <a:off x="4406650" y="1909660"/>
            <a:ext cx="4409700" cy="54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69" name="Google Shape;369;p65"/>
          <p:cNvSpPr txBox="1"/>
          <p:nvPr>
            <p:ph idx="5" type="subTitle"/>
          </p:nvPr>
        </p:nvSpPr>
        <p:spPr>
          <a:xfrm>
            <a:off x="4406650" y="4183525"/>
            <a:ext cx="4409700" cy="54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70" name="Google Shape;370;p65"/>
          <p:cNvSpPr txBox="1"/>
          <p:nvPr>
            <p:ph idx="6" type="subTitle"/>
          </p:nvPr>
        </p:nvSpPr>
        <p:spPr>
          <a:xfrm>
            <a:off x="4406650" y="2667615"/>
            <a:ext cx="4409700" cy="54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71" name="Shape 371"/>
        <p:cNvGrpSpPr/>
        <p:nvPr/>
      </p:nvGrpSpPr>
      <p:grpSpPr>
        <a:xfrm>
          <a:off x="0" y="0"/>
          <a:ext cx="0" cy="0"/>
          <a:chOff x="0" y="0"/>
          <a:chExt cx="0" cy="0"/>
        </a:xfrm>
      </p:grpSpPr>
      <p:sp>
        <p:nvSpPr>
          <p:cNvPr id="372" name="Google Shape;372;p6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3" name="Google Shape;373;p66"/>
          <p:cNvSpPr txBox="1"/>
          <p:nvPr>
            <p:ph idx="1" type="body"/>
          </p:nvPr>
        </p:nvSpPr>
        <p:spPr>
          <a:xfrm>
            <a:off x="311700" y="1152475"/>
            <a:ext cx="4473900" cy="34164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74" name="Google Shape;374;p66"/>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75" name="Shape 375"/>
        <p:cNvGrpSpPr/>
        <p:nvPr/>
      </p:nvGrpSpPr>
      <p:grpSpPr>
        <a:xfrm>
          <a:off x="0" y="0"/>
          <a:ext cx="0" cy="0"/>
          <a:chOff x="0" y="0"/>
          <a:chExt cx="0" cy="0"/>
        </a:xfrm>
      </p:grpSpPr>
      <p:sp>
        <p:nvSpPr>
          <p:cNvPr id="376" name="Google Shape;376;p67"/>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77" name="Google Shape;377;p67"/>
          <p:cNvSpPr txBox="1"/>
          <p:nvPr>
            <p:ph idx="1" type="body"/>
          </p:nvPr>
        </p:nvSpPr>
        <p:spPr>
          <a:xfrm>
            <a:off x="48315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78" name="Google Shape;378;p67"/>
          <p:cNvSpPr txBox="1"/>
          <p:nvPr>
            <p:ph idx="2" type="body"/>
          </p:nvPr>
        </p:nvSpPr>
        <p:spPr>
          <a:xfrm>
            <a:off x="5048000" y="2237788"/>
            <a:ext cx="36198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79" name="Google Shape;379;p67"/>
          <p:cNvSpPr txBox="1"/>
          <p:nvPr>
            <p:ph idx="3" type="subTitle"/>
          </p:nvPr>
        </p:nvSpPr>
        <p:spPr>
          <a:xfrm>
            <a:off x="483150" y="1336161"/>
            <a:ext cx="3619800" cy="54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0" name="Google Shape;380;p67"/>
          <p:cNvSpPr txBox="1"/>
          <p:nvPr>
            <p:ph idx="4" type="subTitle"/>
          </p:nvPr>
        </p:nvSpPr>
        <p:spPr>
          <a:xfrm>
            <a:off x="5048000" y="1336161"/>
            <a:ext cx="3619800" cy="542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81" name="Shape 381"/>
        <p:cNvGrpSpPr/>
        <p:nvPr/>
      </p:nvGrpSpPr>
      <p:grpSpPr>
        <a:xfrm>
          <a:off x="0" y="0"/>
          <a:ext cx="0" cy="0"/>
          <a:chOff x="0" y="0"/>
          <a:chExt cx="0" cy="0"/>
        </a:xfrm>
      </p:grpSpPr>
      <p:sp>
        <p:nvSpPr>
          <p:cNvPr id="382" name="Google Shape;382;p68"/>
          <p:cNvSpPr txBox="1"/>
          <p:nvPr>
            <p:ph idx="1" type="body"/>
          </p:nvPr>
        </p:nvSpPr>
        <p:spPr>
          <a:xfrm>
            <a:off x="4831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83" name="Google Shape;383;p68"/>
          <p:cNvSpPr txBox="1"/>
          <p:nvPr>
            <p:ph idx="2" type="body"/>
          </p:nvPr>
        </p:nvSpPr>
        <p:spPr>
          <a:xfrm>
            <a:off x="334772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84" name="Google Shape;384;p68"/>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85" name="Google Shape;385;p68"/>
          <p:cNvSpPr txBox="1"/>
          <p:nvPr>
            <p:ph idx="3" type="subTitle"/>
          </p:nvPr>
        </p:nvSpPr>
        <p:spPr>
          <a:xfrm>
            <a:off x="483175" y="1336150"/>
            <a:ext cx="2455500" cy="778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6" name="Google Shape;386;p68"/>
          <p:cNvSpPr txBox="1"/>
          <p:nvPr>
            <p:ph idx="4" type="subTitle"/>
          </p:nvPr>
        </p:nvSpPr>
        <p:spPr>
          <a:xfrm>
            <a:off x="3347725" y="1336150"/>
            <a:ext cx="2455500" cy="778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7" name="Google Shape;387;p68"/>
          <p:cNvSpPr txBox="1"/>
          <p:nvPr>
            <p:ph idx="5" type="subTitle"/>
          </p:nvPr>
        </p:nvSpPr>
        <p:spPr>
          <a:xfrm>
            <a:off x="6212275" y="1336150"/>
            <a:ext cx="2455500" cy="7785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88" name="Google Shape;388;p68"/>
          <p:cNvSpPr txBox="1"/>
          <p:nvPr>
            <p:ph idx="6" type="body"/>
          </p:nvPr>
        </p:nvSpPr>
        <p:spPr>
          <a:xfrm>
            <a:off x="6212275" y="2417500"/>
            <a:ext cx="2455500" cy="2373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89" name="Shape 389"/>
        <p:cNvGrpSpPr/>
        <p:nvPr/>
      </p:nvGrpSpPr>
      <p:grpSpPr>
        <a:xfrm>
          <a:off x="0" y="0"/>
          <a:ext cx="0" cy="0"/>
          <a:chOff x="0" y="0"/>
          <a:chExt cx="0" cy="0"/>
        </a:xfrm>
      </p:grpSpPr>
      <p:sp>
        <p:nvSpPr>
          <p:cNvPr id="390" name="Google Shape;390;p69"/>
          <p:cNvSpPr txBox="1"/>
          <p:nvPr>
            <p:ph idx="1" type="body"/>
          </p:nvPr>
        </p:nvSpPr>
        <p:spPr>
          <a:xfrm>
            <a:off x="366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91" name="Google Shape;391;p69"/>
          <p:cNvSpPr txBox="1"/>
          <p:nvPr>
            <p:ph idx="2" type="body"/>
          </p:nvPr>
        </p:nvSpPr>
        <p:spPr>
          <a:xfrm>
            <a:off x="4938725" y="1759093"/>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92" name="Google Shape;392;p69"/>
          <p:cNvSpPr txBox="1"/>
          <p:nvPr>
            <p:ph idx="3" type="body"/>
          </p:nvPr>
        </p:nvSpPr>
        <p:spPr>
          <a:xfrm>
            <a:off x="366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93" name="Google Shape;393;p69"/>
          <p:cNvSpPr txBox="1"/>
          <p:nvPr>
            <p:ph idx="4" type="body"/>
          </p:nvPr>
        </p:nvSpPr>
        <p:spPr>
          <a:xfrm>
            <a:off x="4938750" y="3648575"/>
            <a:ext cx="3838500" cy="1138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sz="1400"/>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394" name="Google Shape;394;p69"/>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95" name="Google Shape;395;p69"/>
          <p:cNvSpPr txBox="1"/>
          <p:nvPr>
            <p:ph idx="5" type="subTitle"/>
          </p:nvPr>
        </p:nvSpPr>
        <p:spPr>
          <a:xfrm>
            <a:off x="366763" y="1277907"/>
            <a:ext cx="38385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96" name="Google Shape;396;p69"/>
          <p:cNvSpPr txBox="1"/>
          <p:nvPr>
            <p:ph idx="6" type="subTitle"/>
          </p:nvPr>
        </p:nvSpPr>
        <p:spPr>
          <a:xfrm>
            <a:off x="4938738" y="1277907"/>
            <a:ext cx="38385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97" name="Google Shape;397;p69"/>
          <p:cNvSpPr txBox="1"/>
          <p:nvPr>
            <p:ph idx="7" type="subTitle"/>
          </p:nvPr>
        </p:nvSpPr>
        <p:spPr>
          <a:xfrm>
            <a:off x="4938761" y="3167363"/>
            <a:ext cx="38385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
        <p:nvSpPr>
          <p:cNvPr id="398" name="Google Shape;398;p69"/>
          <p:cNvSpPr txBox="1"/>
          <p:nvPr>
            <p:ph idx="8" type="subTitle"/>
          </p:nvPr>
        </p:nvSpPr>
        <p:spPr>
          <a:xfrm>
            <a:off x="366750" y="3167363"/>
            <a:ext cx="38385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SzPts val="2000"/>
              <a:buNone/>
              <a:defRPr sz="2000"/>
            </a:lvl2pPr>
            <a:lvl3pPr lvl="2" algn="l">
              <a:lnSpc>
                <a:spcPct val="100000"/>
              </a:lnSpc>
              <a:spcBef>
                <a:spcPts val="0"/>
              </a:spcBef>
              <a:spcAft>
                <a:spcPts val="0"/>
              </a:spcAft>
              <a:buSzPts val="2000"/>
              <a:buNone/>
              <a:defRPr sz="2000"/>
            </a:lvl3pPr>
            <a:lvl4pPr lvl="3" algn="l">
              <a:lnSpc>
                <a:spcPct val="100000"/>
              </a:lnSpc>
              <a:spcBef>
                <a:spcPts val="0"/>
              </a:spcBef>
              <a:spcAft>
                <a:spcPts val="0"/>
              </a:spcAft>
              <a:buSzPts val="2000"/>
              <a:buNone/>
              <a:defRPr sz="2000"/>
            </a:lvl4pPr>
            <a:lvl5pPr lvl="4" algn="l">
              <a:lnSpc>
                <a:spcPct val="100000"/>
              </a:lnSpc>
              <a:spcBef>
                <a:spcPts val="0"/>
              </a:spcBef>
              <a:spcAft>
                <a:spcPts val="0"/>
              </a:spcAft>
              <a:buSzPts val="2000"/>
              <a:buNone/>
              <a:defRPr sz="2000"/>
            </a:lvl5pPr>
            <a:lvl6pPr lvl="5" algn="l">
              <a:lnSpc>
                <a:spcPct val="100000"/>
              </a:lnSpc>
              <a:spcBef>
                <a:spcPts val="0"/>
              </a:spcBef>
              <a:spcAft>
                <a:spcPts val="0"/>
              </a:spcAft>
              <a:buSzPts val="2000"/>
              <a:buNone/>
              <a:defRPr sz="2000"/>
            </a:lvl6pPr>
            <a:lvl7pPr lvl="6" algn="l">
              <a:lnSpc>
                <a:spcPct val="100000"/>
              </a:lnSpc>
              <a:spcBef>
                <a:spcPts val="0"/>
              </a:spcBef>
              <a:spcAft>
                <a:spcPts val="0"/>
              </a:spcAft>
              <a:buSzPts val="2000"/>
              <a:buNone/>
              <a:defRPr sz="2000"/>
            </a:lvl7pPr>
            <a:lvl8pPr lvl="7" algn="l">
              <a:lnSpc>
                <a:spcPct val="100000"/>
              </a:lnSpc>
              <a:spcBef>
                <a:spcPts val="0"/>
              </a:spcBef>
              <a:spcAft>
                <a:spcPts val="0"/>
              </a:spcAft>
              <a:buSzPts val="2000"/>
              <a:buNone/>
              <a:defRPr sz="2000"/>
            </a:lvl8pPr>
            <a:lvl9pPr lvl="8" algn="l">
              <a:lnSpc>
                <a:spcPct val="100000"/>
              </a:lnSpc>
              <a:spcBef>
                <a:spcPts val="0"/>
              </a:spcBef>
              <a:spcAft>
                <a:spcPts val="0"/>
              </a:spcAft>
              <a:buSzPts val="2000"/>
              <a:buNone/>
              <a:defRPr sz="20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99" name="Shape 399"/>
        <p:cNvGrpSpPr/>
        <p:nvPr/>
      </p:nvGrpSpPr>
      <p:grpSpPr>
        <a:xfrm>
          <a:off x="0" y="0"/>
          <a:ext cx="0" cy="0"/>
          <a:chOff x="0" y="0"/>
          <a:chExt cx="0" cy="0"/>
        </a:xfrm>
      </p:grpSpPr>
      <p:sp>
        <p:nvSpPr>
          <p:cNvPr id="400" name="Google Shape;400;p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1" name="Google Shape;401;p70"/>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02" name="Shape 402"/>
        <p:cNvGrpSpPr/>
        <p:nvPr/>
      </p:nvGrpSpPr>
      <p:grpSpPr>
        <a:xfrm>
          <a:off x="0" y="0"/>
          <a:ext cx="0" cy="0"/>
          <a:chOff x="0" y="0"/>
          <a:chExt cx="0" cy="0"/>
        </a:xfrm>
      </p:grpSpPr>
      <p:sp>
        <p:nvSpPr>
          <p:cNvPr id="403" name="Google Shape;403;p71"/>
          <p:cNvSpPr txBox="1"/>
          <p:nvPr>
            <p:ph idx="1" type="body"/>
          </p:nvPr>
        </p:nvSpPr>
        <p:spPr>
          <a:xfrm>
            <a:off x="311700"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404" name="Google Shape;404;p71"/>
          <p:cNvSpPr/>
          <p:nvPr>
            <p:ph idx="2" type="pic"/>
          </p:nvPr>
        </p:nvSpPr>
        <p:spPr>
          <a:xfrm>
            <a:off x="4804825" y="1133300"/>
            <a:ext cx="4027500" cy="2392800"/>
          </a:xfrm>
          <a:prstGeom prst="rect">
            <a:avLst/>
          </a:prstGeom>
          <a:noFill/>
          <a:ln>
            <a:noFill/>
          </a:ln>
        </p:spPr>
      </p:sp>
      <p:sp>
        <p:nvSpPr>
          <p:cNvPr id="405" name="Google Shape;405;p71"/>
          <p:cNvSpPr/>
          <p:nvPr>
            <p:ph idx="3" type="pic"/>
          </p:nvPr>
        </p:nvSpPr>
        <p:spPr>
          <a:xfrm>
            <a:off x="311725" y="1133300"/>
            <a:ext cx="4027500" cy="2392800"/>
          </a:xfrm>
          <a:prstGeom prst="rect">
            <a:avLst/>
          </a:prstGeom>
          <a:noFill/>
          <a:ln>
            <a:noFill/>
          </a:ln>
        </p:spPr>
      </p:sp>
      <p:sp>
        <p:nvSpPr>
          <p:cNvPr id="406" name="Google Shape;406;p71"/>
          <p:cNvSpPr txBox="1"/>
          <p:nvPr>
            <p:ph idx="4" type="body"/>
          </p:nvPr>
        </p:nvSpPr>
        <p:spPr>
          <a:xfrm>
            <a:off x="4804825" y="4080225"/>
            <a:ext cx="4027500" cy="9261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407" name="Google Shape;407;p7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8" name="Google Shape;408;p71"/>
          <p:cNvSpPr txBox="1"/>
          <p:nvPr>
            <p:ph idx="5" type="subTitle"/>
          </p:nvPr>
        </p:nvSpPr>
        <p:spPr>
          <a:xfrm>
            <a:off x="311725" y="3582900"/>
            <a:ext cx="40275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09" name="Google Shape;409;p71"/>
          <p:cNvSpPr txBox="1"/>
          <p:nvPr>
            <p:ph idx="6" type="subTitle"/>
          </p:nvPr>
        </p:nvSpPr>
        <p:spPr>
          <a:xfrm>
            <a:off x="4804825" y="3582900"/>
            <a:ext cx="40275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10" name="Shape 410"/>
        <p:cNvGrpSpPr/>
        <p:nvPr/>
      </p:nvGrpSpPr>
      <p:grpSpPr>
        <a:xfrm>
          <a:off x="0" y="0"/>
          <a:ext cx="0" cy="0"/>
          <a:chOff x="0" y="0"/>
          <a:chExt cx="0" cy="0"/>
        </a:xfrm>
      </p:grpSpPr>
      <p:sp>
        <p:nvSpPr>
          <p:cNvPr id="411" name="Google Shape;411;p72"/>
          <p:cNvSpPr txBox="1"/>
          <p:nvPr>
            <p:ph idx="1" type="body"/>
          </p:nvPr>
        </p:nvSpPr>
        <p:spPr>
          <a:xfrm>
            <a:off x="31170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412" name="Google Shape;412;p72"/>
          <p:cNvSpPr/>
          <p:nvPr>
            <p:ph idx="2" type="pic"/>
          </p:nvPr>
        </p:nvSpPr>
        <p:spPr>
          <a:xfrm>
            <a:off x="6205225" y="1128325"/>
            <a:ext cx="2627100" cy="2273100"/>
          </a:xfrm>
          <a:prstGeom prst="rect">
            <a:avLst/>
          </a:prstGeom>
          <a:noFill/>
          <a:ln>
            <a:noFill/>
          </a:ln>
        </p:spPr>
      </p:sp>
      <p:sp>
        <p:nvSpPr>
          <p:cNvPr id="413" name="Google Shape;413;p72"/>
          <p:cNvSpPr/>
          <p:nvPr>
            <p:ph idx="3" type="pic"/>
          </p:nvPr>
        </p:nvSpPr>
        <p:spPr>
          <a:xfrm>
            <a:off x="311725" y="1128325"/>
            <a:ext cx="2627100" cy="2273100"/>
          </a:xfrm>
          <a:prstGeom prst="rect">
            <a:avLst/>
          </a:prstGeom>
          <a:noFill/>
          <a:ln>
            <a:noFill/>
          </a:ln>
        </p:spPr>
      </p:sp>
      <p:sp>
        <p:nvSpPr>
          <p:cNvPr id="414" name="Google Shape;414;p72"/>
          <p:cNvSpPr txBox="1"/>
          <p:nvPr>
            <p:ph idx="4" type="body"/>
          </p:nvPr>
        </p:nvSpPr>
        <p:spPr>
          <a:xfrm>
            <a:off x="6205225"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415" name="Google Shape;415;p72"/>
          <p:cNvSpPr/>
          <p:nvPr>
            <p:ph idx="5" type="pic"/>
          </p:nvPr>
        </p:nvSpPr>
        <p:spPr>
          <a:xfrm>
            <a:off x="3255250" y="1128325"/>
            <a:ext cx="2627100" cy="2273100"/>
          </a:xfrm>
          <a:prstGeom prst="rect">
            <a:avLst/>
          </a:prstGeom>
          <a:noFill/>
          <a:ln>
            <a:noFill/>
          </a:ln>
        </p:spPr>
      </p:sp>
      <p:sp>
        <p:nvSpPr>
          <p:cNvPr id="416" name="Google Shape;416;p72"/>
          <p:cNvSpPr txBox="1"/>
          <p:nvPr>
            <p:ph idx="6" type="body"/>
          </p:nvPr>
        </p:nvSpPr>
        <p:spPr>
          <a:xfrm>
            <a:off x="3255250" y="3911700"/>
            <a:ext cx="2627100" cy="1018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417" name="Google Shape;417;p7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8" name="Google Shape;418;p72"/>
          <p:cNvSpPr txBox="1"/>
          <p:nvPr>
            <p:ph idx="7" type="subTitle"/>
          </p:nvPr>
        </p:nvSpPr>
        <p:spPr>
          <a:xfrm>
            <a:off x="311725" y="3430500"/>
            <a:ext cx="26271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19" name="Google Shape;419;p72"/>
          <p:cNvSpPr txBox="1"/>
          <p:nvPr>
            <p:ph idx="8" type="subTitle"/>
          </p:nvPr>
        </p:nvSpPr>
        <p:spPr>
          <a:xfrm>
            <a:off x="6205225" y="3430500"/>
            <a:ext cx="26271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420" name="Google Shape;420;p72"/>
          <p:cNvSpPr txBox="1"/>
          <p:nvPr>
            <p:ph idx="9" type="subTitle"/>
          </p:nvPr>
        </p:nvSpPr>
        <p:spPr>
          <a:xfrm>
            <a:off x="3255250" y="3430500"/>
            <a:ext cx="2627100" cy="4812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21" name="Shape 421"/>
        <p:cNvGrpSpPr/>
        <p:nvPr/>
      </p:nvGrpSpPr>
      <p:grpSpPr>
        <a:xfrm>
          <a:off x="0" y="0"/>
          <a:ext cx="0" cy="0"/>
          <a:chOff x="0" y="0"/>
          <a:chExt cx="0" cy="0"/>
        </a:xfrm>
      </p:grpSpPr>
      <p:sp>
        <p:nvSpPr>
          <p:cNvPr id="422" name="Google Shape;422;p73"/>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23" name="Shape 423"/>
        <p:cNvGrpSpPr/>
        <p:nvPr/>
      </p:nvGrpSpPr>
      <p:grpSpPr>
        <a:xfrm>
          <a:off x="0" y="0"/>
          <a:ext cx="0" cy="0"/>
          <a:chOff x="0" y="0"/>
          <a:chExt cx="0" cy="0"/>
        </a:xfrm>
      </p:grpSpPr>
      <p:sp>
        <p:nvSpPr>
          <p:cNvPr id="424" name="Google Shape;424;p74"/>
          <p:cNvSpPr/>
          <p:nvPr>
            <p:ph idx="2" type="pic"/>
          </p:nvPr>
        </p:nvSpPr>
        <p:spPr>
          <a:xfrm>
            <a:off x="3389600" y="118913"/>
            <a:ext cx="1643700" cy="1535100"/>
          </a:xfrm>
          <a:prstGeom prst="rect">
            <a:avLst/>
          </a:prstGeom>
          <a:noFill/>
          <a:ln>
            <a:noFill/>
          </a:ln>
        </p:spPr>
      </p:sp>
      <p:sp>
        <p:nvSpPr>
          <p:cNvPr id="425" name="Google Shape;425;p74"/>
          <p:cNvSpPr/>
          <p:nvPr>
            <p:ph idx="3" type="pic"/>
          </p:nvPr>
        </p:nvSpPr>
        <p:spPr>
          <a:xfrm>
            <a:off x="5195935" y="118913"/>
            <a:ext cx="1643700" cy="1535100"/>
          </a:xfrm>
          <a:prstGeom prst="rect">
            <a:avLst/>
          </a:prstGeom>
          <a:noFill/>
          <a:ln>
            <a:noFill/>
          </a:ln>
        </p:spPr>
      </p:sp>
      <p:sp>
        <p:nvSpPr>
          <p:cNvPr id="426" name="Google Shape;426;p74"/>
          <p:cNvSpPr/>
          <p:nvPr>
            <p:ph idx="4" type="pic"/>
          </p:nvPr>
        </p:nvSpPr>
        <p:spPr>
          <a:xfrm>
            <a:off x="7002270" y="118913"/>
            <a:ext cx="1643700" cy="1535100"/>
          </a:xfrm>
          <a:prstGeom prst="rect">
            <a:avLst/>
          </a:prstGeom>
          <a:noFill/>
          <a:ln>
            <a:noFill/>
          </a:ln>
        </p:spPr>
      </p:sp>
      <p:sp>
        <p:nvSpPr>
          <p:cNvPr id="427" name="Google Shape;427;p74"/>
          <p:cNvSpPr/>
          <p:nvPr>
            <p:ph idx="5" type="pic"/>
          </p:nvPr>
        </p:nvSpPr>
        <p:spPr>
          <a:xfrm>
            <a:off x="3389588" y="1804212"/>
            <a:ext cx="1643700" cy="1535100"/>
          </a:xfrm>
          <a:prstGeom prst="rect">
            <a:avLst/>
          </a:prstGeom>
          <a:noFill/>
          <a:ln>
            <a:noFill/>
          </a:ln>
        </p:spPr>
      </p:sp>
      <p:sp>
        <p:nvSpPr>
          <p:cNvPr id="428" name="Google Shape;428;p74"/>
          <p:cNvSpPr/>
          <p:nvPr>
            <p:ph idx="6" type="pic"/>
          </p:nvPr>
        </p:nvSpPr>
        <p:spPr>
          <a:xfrm>
            <a:off x="5195922" y="1804212"/>
            <a:ext cx="1643700" cy="1535100"/>
          </a:xfrm>
          <a:prstGeom prst="rect">
            <a:avLst/>
          </a:prstGeom>
          <a:noFill/>
          <a:ln>
            <a:noFill/>
          </a:ln>
        </p:spPr>
      </p:sp>
      <p:sp>
        <p:nvSpPr>
          <p:cNvPr id="429" name="Google Shape;429;p74"/>
          <p:cNvSpPr/>
          <p:nvPr>
            <p:ph idx="7" type="pic"/>
          </p:nvPr>
        </p:nvSpPr>
        <p:spPr>
          <a:xfrm>
            <a:off x="7002257" y="1804212"/>
            <a:ext cx="1643700" cy="1535100"/>
          </a:xfrm>
          <a:prstGeom prst="rect">
            <a:avLst/>
          </a:prstGeom>
          <a:noFill/>
          <a:ln>
            <a:noFill/>
          </a:ln>
        </p:spPr>
      </p:sp>
      <p:sp>
        <p:nvSpPr>
          <p:cNvPr id="430" name="Google Shape;430;p74"/>
          <p:cNvSpPr txBox="1"/>
          <p:nvPr>
            <p:ph type="title"/>
          </p:nvPr>
        </p:nvSpPr>
        <p:spPr>
          <a:xfrm>
            <a:off x="351550" y="445025"/>
            <a:ext cx="2596800" cy="1706400"/>
          </a:xfrm>
          <a:prstGeom prst="rect">
            <a:avLst/>
          </a:prstGeom>
          <a:noFill/>
          <a:ln>
            <a:noFill/>
          </a:ln>
        </p:spPr>
        <p:txBody>
          <a:bodyPr anchorCtr="0" anchor="t" bIns="91425" lIns="91425" spcFirstLastPara="1" rIns="91425" wrap="square" tIns="91425">
            <a:sp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1" name="Google Shape;431;p74"/>
          <p:cNvSpPr/>
          <p:nvPr>
            <p:ph idx="8" type="pic"/>
          </p:nvPr>
        </p:nvSpPr>
        <p:spPr>
          <a:xfrm>
            <a:off x="3389588" y="3489487"/>
            <a:ext cx="1643700" cy="1535100"/>
          </a:xfrm>
          <a:prstGeom prst="rect">
            <a:avLst/>
          </a:prstGeom>
          <a:noFill/>
          <a:ln>
            <a:noFill/>
          </a:ln>
        </p:spPr>
      </p:sp>
      <p:sp>
        <p:nvSpPr>
          <p:cNvPr id="432" name="Google Shape;432;p74"/>
          <p:cNvSpPr/>
          <p:nvPr>
            <p:ph idx="9" type="pic"/>
          </p:nvPr>
        </p:nvSpPr>
        <p:spPr>
          <a:xfrm>
            <a:off x="5195922" y="3489487"/>
            <a:ext cx="1643700" cy="1535100"/>
          </a:xfrm>
          <a:prstGeom prst="rect">
            <a:avLst/>
          </a:prstGeom>
          <a:noFill/>
          <a:ln>
            <a:noFill/>
          </a:ln>
        </p:spPr>
      </p:sp>
      <p:sp>
        <p:nvSpPr>
          <p:cNvPr id="433" name="Google Shape;433;p74"/>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slideLayout" Target="../slideLayouts/slideLayout46.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47" Type="http://schemas.openxmlformats.org/officeDocument/2006/relationships/theme" Target="../theme/theme1.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230075" y="58625"/>
            <a:ext cx="2500500" cy="1722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700"/>
              <a:buFont typeface="Arial"/>
              <a:buNone/>
              <a:defRPr b="0" i="0" sz="700" u="none" cap="none" strike="noStrike">
                <a:solidFill>
                  <a:schemeClr val="dk1"/>
                </a:solidFill>
                <a:latin typeface="Figtree"/>
                <a:ea typeface="Figtree"/>
                <a:cs typeface="Figtree"/>
                <a:sym typeface="Figtree"/>
              </a:defRPr>
            </a:lvl1pPr>
            <a:lvl2pPr lvl="1" marR="0" rtl="0" algn="l">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2pPr>
            <a:lvl3pPr lvl="2" marR="0" rtl="0" algn="l">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3pPr>
            <a:lvl4pPr lvl="3" marR="0" rtl="0" algn="l">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4pPr>
            <a:lvl5pPr lvl="4" marR="0" rtl="0" algn="l">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5pPr>
            <a:lvl6pPr lvl="5" marR="0" rtl="0" algn="l">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6pPr>
            <a:lvl7pPr lvl="6" marR="0" rtl="0" algn="l">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7pPr>
            <a:lvl8pPr lvl="7" marR="0" rtl="0" algn="l">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8pPr>
            <a:lvl9pPr lvl="8" marR="0" rtl="0" algn="l">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9pPr>
          </a:lstStyle>
          <a:p/>
        </p:txBody>
      </p:sp>
      <p:sp>
        <p:nvSpPr>
          <p:cNvPr id="7" name="Google Shape;7;p28"/>
          <p:cNvSpPr txBox="1"/>
          <p:nvPr>
            <p:ph idx="2" type="title"/>
          </p:nvPr>
        </p:nvSpPr>
        <p:spPr>
          <a:xfrm>
            <a:off x="6414875" y="58625"/>
            <a:ext cx="2500500" cy="172200"/>
          </a:xfrm>
          <a:prstGeom prst="rect">
            <a:avLst/>
          </a:prstGeom>
          <a:noFill/>
          <a:ln>
            <a:noFill/>
          </a:ln>
        </p:spPr>
        <p:txBody>
          <a:bodyPr anchorCtr="0" anchor="ctr" bIns="0" lIns="0" spcFirstLastPara="1" rIns="0" wrap="square" tIns="0">
            <a:noAutofit/>
          </a:bodyPr>
          <a:lstStyle>
            <a:lvl1pPr lvl="0" marR="0" rtl="0" algn="r">
              <a:lnSpc>
                <a:spcPct val="100000"/>
              </a:lnSpc>
              <a:spcBef>
                <a:spcPts val="0"/>
              </a:spcBef>
              <a:spcAft>
                <a:spcPts val="0"/>
              </a:spcAft>
              <a:buClr>
                <a:srgbClr val="000000"/>
              </a:buClr>
              <a:buSzPts val="700"/>
              <a:buFont typeface="Arial"/>
              <a:buNone/>
              <a:defRPr b="0" i="0" sz="700" u="none" cap="none" strike="noStrike">
                <a:solidFill>
                  <a:schemeClr val="dk1"/>
                </a:solidFill>
                <a:latin typeface="Figtree"/>
                <a:ea typeface="Figtree"/>
                <a:cs typeface="Figtree"/>
                <a:sym typeface="Figtree"/>
              </a:defRPr>
            </a:lvl1pPr>
            <a:lvl2pPr lvl="1" marR="0" rtl="0" algn="r">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2pPr>
            <a:lvl3pPr lvl="2" marR="0" rtl="0" algn="r">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3pPr>
            <a:lvl4pPr lvl="3" marR="0" rtl="0" algn="r">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4pPr>
            <a:lvl5pPr lvl="4" marR="0" rtl="0" algn="r">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5pPr>
            <a:lvl6pPr lvl="5" marR="0" rtl="0" algn="r">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6pPr>
            <a:lvl7pPr lvl="6" marR="0" rtl="0" algn="r">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7pPr>
            <a:lvl8pPr lvl="7" marR="0" rtl="0" algn="r">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8pPr>
            <a:lvl9pPr lvl="8" marR="0" rtl="0" algn="r">
              <a:lnSpc>
                <a:spcPct val="100000"/>
              </a:lnSpc>
              <a:spcBef>
                <a:spcPts val="0"/>
              </a:spcBef>
              <a:spcAft>
                <a:spcPts val="0"/>
              </a:spcAft>
              <a:buClr>
                <a:schemeClr val="dk1"/>
              </a:buClr>
              <a:buSzPts val="1200"/>
              <a:buFont typeface="Figtree"/>
              <a:buNone/>
              <a:defRPr b="0" i="0" sz="1200" u="none" cap="none" strike="noStrike">
                <a:solidFill>
                  <a:schemeClr val="dk1"/>
                </a:solidFill>
                <a:latin typeface="Figtree"/>
                <a:ea typeface="Figtree"/>
                <a:cs typeface="Figtree"/>
                <a:sym typeface="Figtree"/>
              </a:defRPr>
            </a:lvl9pPr>
          </a:lstStyle>
          <a:p/>
        </p:txBody>
      </p:sp>
      <p:sp>
        <p:nvSpPr>
          <p:cNvPr id="8" name="Google Shape;8;p28"/>
          <p:cNvSpPr txBox="1"/>
          <p:nvPr>
            <p:ph idx="1" type="body"/>
          </p:nvPr>
        </p:nvSpPr>
        <p:spPr>
          <a:xfrm>
            <a:off x="228600" y="2881050"/>
            <a:ext cx="4296600" cy="19365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Jost"/>
              <a:buChar char="●"/>
              <a:defRPr b="0" i="0" sz="1200" u="none" cap="none" strike="noStrike">
                <a:solidFill>
                  <a:schemeClr val="dk1"/>
                </a:solidFill>
                <a:latin typeface="Jost"/>
                <a:ea typeface="Jost"/>
                <a:cs typeface="Jost"/>
                <a:sym typeface="Jost"/>
              </a:defRPr>
            </a:lvl1pPr>
            <a:lvl2pPr indent="-304800" lvl="1" marL="914400" marR="0" rtl="0" algn="l">
              <a:lnSpc>
                <a:spcPct val="100000"/>
              </a:lnSpc>
              <a:spcBef>
                <a:spcPts val="0"/>
              </a:spcBef>
              <a:spcAft>
                <a:spcPts val="0"/>
              </a:spcAft>
              <a:buClr>
                <a:schemeClr val="dk1"/>
              </a:buClr>
              <a:buSzPts val="1200"/>
              <a:buFont typeface="Jost"/>
              <a:buChar char="○"/>
              <a:defRPr b="0" i="0" sz="1200" u="none" cap="none" strike="noStrike">
                <a:solidFill>
                  <a:schemeClr val="dk1"/>
                </a:solidFill>
                <a:latin typeface="Jost"/>
                <a:ea typeface="Jost"/>
                <a:cs typeface="Jost"/>
                <a:sym typeface="Jost"/>
              </a:defRPr>
            </a:lvl2pPr>
            <a:lvl3pPr indent="-304800" lvl="2" marL="1371600" marR="0" rtl="0" algn="l">
              <a:lnSpc>
                <a:spcPct val="100000"/>
              </a:lnSpc>
              <a:spcBef>
                <a:spcPts val="0"/>
              </a:spcBef>
              <a:spcAft>
                <a:spcPts val="0"/>
              </a:spcAft>
              <a:buClr>
                <a:schemeClr val="dk1"/>
              </a:buClr>
              <a:buSzPts val="1200"/>
              <a:buFont typeface="Jost"/>
              <a:buChar char="■"/>
              <a:defRPr b="0" i="0" sz="1200" u="none" cap="none" strike="noStrike">
                <a:solidFill>
                  <a:schemeClr val="dk1"/>
                </a:solidFill>
                <a:latin typeface="Jost"/>
                <a:ea typeface="Jost"/>
                <a:cs typeface="Jost"/>
                <a:sym typeface="Jost"/>
              </a:defRPr>
            </a:lvl3pPr>
            <a:lvl4pPr indent="-304800" lvl="3" marL="1828800" marR="0" rtl="0" algn="l">
              <a:lnSpc>
                <a:spcPct val="100000"/>
              </a:lnSpc>
              <a:spcBef>
                <a:spcPts val="0"/>
              </a:spcBef>
              <a:spcAft>
                <a:spcPts val="0"/>
              </a:spcAft>
              <a:buClr>
                <a:schemeClr val="dk1"/>
              </a:buClr>
              <a:buSzPts val="1200"/>
              <a:buFont typeface="Jost"/>
              <a:buChar char="●"/>
              <a:defRPr b="0" i="0" sz="1200" u="none" cap="none" strike="noStrike">
                <a:solidFill>
                  <a:schemeClr val="dk1"/>
                </a:solidFill>
                <a:latin typeface="Jost"/>
                <a:ea typeface="Jost"/>
                <a:cs typeface="Jost"/>
                <a:sym typeface="Jost"/>
              </a:defRPr>
            </a:lvl4pPr>
            <a:lvl5pPr indent="-304800" lvl="4" marL="2286000" marR="0" rtl="0" algn="l">
              <a:lnSpc>
                <a:spcPct val="100000"/>
              </a:lnSpc>
              <a:spcBef>
                <a:spcPts val="0"/>
              </a:spcBef>
              <a:spcAft>
                <a:spcPts val="0"/>
              </a:spcAft>
              <a:buClr>
                <a:schemeClr val="dk1"/>
              </a:buClr>
              <a:buSzPts val="1200"/>
              <a:buFont typeface="Jost"/>
              <a:buChar char="○"/>
              <a:defRPr b="0" i="0" sz="1200" u="none" cap="none" strike="noStrike">
                <a:solidFill>
                  <a:schemeClr val="dk1"/>
                </a:solidFill>
                <a:latin typeface="Jost"/>
                <a:ea typeface="Jost"/>
                <a:cs typeface="Jost"/>
                <a:sym typeface="Jost"/>
              </a:defRPr>
            </a:lvl5pPr>
            <a:lvl6pPr indent="-304800" lvl="5" marL="2743200" marR="0" rtl="0" algn="l">
              <a:lnSpc>
                <a:spcPct val="100000"/>
              </a:lnSpc>
              <a:spcBef>
                <a:spcPts val="0"/>
              </a:spcBef>
              <a:spcAft>
                <a:spcPts val="0"/>
              </a:spcAft>
              <a:buClr>
                <a:schemeClr val="dk1"/>
              </a:buClr>
              <a:buSzPts val="1200"/>
              <a:buFont typeface="Jost"/>
              <a:buChar char="■"/>
              <a:defRPr b="0" i="0" sz="1200" u="none" cap="none" strike="noStrike">
                <a:solidFill>
                  <a:schemeClr val="dk1"/>
                </a:solidFill>
                <a:latin typeface="Jost"/>
                <a:ea typeface="Jost"/>
                <a:cs typeface="Jost"/>
                <a:sym typeface="Jost"/>
              </a:defRPr>
            </a:lvl6pPr>
            <a:lvl7pPr indent="-304800" lvl="6" marL="3200400" marR="0" rtl="0" algn="l">
              <a:lnSpc>
                <a:spcPct val="100000"/>
              </a:lnSpc>
              <a:spcBef>
                <a:spcPts val="0"/>
              </a:spcBef>
              <a:spcAft>
                <a:spcPts val="0"/>
              </a:spcAft>
              <a:buClr>
                <a:schemeClr val="dk1"/>
              </a:buClr>
              <a:buSzPts val="1200"/>
              <a:buFont typeface="Jost"/>
              <a:buChar char="●"/>
              <a:defRPr b="0" i="0" sz="1200" u="none" cap="none" strike="noStrike">
                <a:solidFill>
                  <a:schemeClr val="dk1"/>
                </a:solidFill>
                <a:latin typeface="Jost"/>
                <a:ea typeface="Jost"/>
                <a:cs typeface="Jost"/>
                <a:sym typeface="Jost"/>
              </a:defRPr>
            </a:lvl7pPr>
            <a:lvl8pPr indent="-304800" lvl="7" marL="3657600" marR="0" rtl="0" algn="l">
              <a:lnSpc>
                <a:spcPct val="100000"/>
              </a:lnSpc>
              <a:spcBef>
                <a:spcPts val="0"/>
              </a:spcBef>
              <a:spcAft>
                <a:spcPts val="0"/>
              </a:spcAft>
              <a:buClr>
                <a:schemeClr val="dk1"/>
              </a:buClr>
              <a:buSzPts val="1200"/>
              <a:buFont typeface="Jost"/>
              <a:buChar char="○"/>
              <a:defRPr b="0" i="0" sz="1200" u="none" cap="none" strike="noStrike">
                <a:solidFill>
                  <a:schemeClr val="dk1"/>
                </a:solidFill>
                <a:latin typeface="Jost"/>
                <a:ea typeface="Jost"/>
                <a:cs typeface="Jost"/>
                <a:sym typeface="Jost"/>
              </a:defRPr>
            </a:lvl8pPr>
            <a:lvl9pPr indent="-304800" lvl="8" marL="4114800" marR="0" rtl="0" algn="l">
              <a:lnSpc>
                <a:spcPct val="100000"/>
              </a:lnSpc>
              <a:spcBef>
                <a:spcPts val="0"/>
              </a:spcBef>
              <a:spcAft>
                <a:spcPts val="0"/>
              </a:spcAft>
              <a:buClr>
                <a:schemeClr val="dk1"/>
              </a:buClr>
              <a:buSzPts val="1200"/>
              <a:buFont typeface="Jost"/>
              <a:buChar char="■"/>
              <a:defRPr b="0" i="0" sz="1200" u="none" cap="none" strike="noStrike">
                <a:solidFill>
                  <a:schemeClr val="dk1"/>
                </a:solidFill>
                <a:latin typeface="Jost"/>
                <a:ea typeface="Jost"/>
                <a:cs typeface="Jost"/>
                <a:sym typeface="Jost"/>
              </a:defRPr>
            </a:lvl9pPr>
          </a:lstStyle>
          <a:p/>
        </p:txBody>
      </p:sp>
      <p:sp>
        <p:nvSpPr>
          <p:cNvPr id="9" name="Google Shape;9;p28"/>
          <p:cNvSpPr txBox="1"/>
          <p:nvPr>
            <p:ph idx="3" type="title"/>
          </p:nvPr>
        </p:nvSpPr>
        <p:spPr>
          <a:xfrm>
            <a:off x="371825" y="149825"/>
            <a:ext cx="6212400" cy="23781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5600"/>
              <a:buFont typeface="Figtree"/>
              <a:buNone/>
              <a:defRPr b="0" i="0" sz="5600" u="none" cap="none" strike="noStrike">
                <a:solidFill>
                  <a:schemeClr val="dk1"/>
                </a:solidFill>
                <a:latin typeface="Figtree"/>
                <a:ea typeface="Figtree"/>
                <a:cs typeface="Figtree"/>
                <a:sym typeface="Figtree"/>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065">
          <p15:clr>
            <a:srgbClr val="E46962"/>
          </p15:clr>
        </p15:guide>
        <p15:guide id="8" pos="1010">
          <p15:clr>
            <a:srgbClr val="E46962"/>
          </p15:clr>
        </p15:guide>
        <p15:guide id="9" pos="4695">
          <p15:clr>
            <a:srgbClr val="E46962"/>
          </p15:clr>
        </p15:guide>
        <p15:guide id="10" pos="4750">
          <p15:clr>
            <a:srgbClr val="E46962"/>
          </p15:clr>
        </p15:guide>
        <p15:guide id="11" pos="3774">
          <p15:clr>
            <a:srgbClr val="E46962"/>
          </p15:clr>
        </p15:guide>
        <p15:guide id="12" pos="3828">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arxiv.org/pdf/2303.17651" TargetMode="External"/><Relationship Id="rId4" Type="http://schemas.openxmlformats.org/officeDocument/2006/relationships/hyperlink" Target="https://selfrefine.info/"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1"/>
          <p:cNvSpPr txBox="1"/>
          <p:nvPr>
            <p:ph idx="3" type="title"/>
          </p:nvPr>
        </p:nvSpPr>
        <p:spPr>
          <a:xfrm>
            <a:off x="189618" y="1545733"/>
            <a:ext cx="8278500" cy="1444200"/>
          </a:xfrm>
          <a:prstGeom prst="rect">
            <a:avLst/>
          </a:prstGeom>
          <a:noFill/>
          <a:ln>
            <a:noFill/>
          </a:ln>
        </p:spPr>
        <p:txBody>
          <a:bodyPr anchorCtr="0" anchor="t" bIns="91425" lIns="0" spcFirstLastPara="1" rIns="91425" wrap="square" tIns="91425">
            <a:noAutofit/>
          </a:bodyPr>
          <a:lstStyle/>
          <a:p>
            <a:pPr indent="0" lvl="0" marL="0" rtl="0" algn="l">
              <a:lnSpc>
                <a:spcPct val="80000"/>
              </a:lnSpc>
              <a:spcBef>
                <a:spcPts val="0"/>
              </a:spcBef>
              <a:spcAft>
                <a:spcPts val="0"/>
              </a:spcAft>
              <a:buSzPts val="8000"/>
              <a:buNone/>
            </a:pPr>
            <a:r>
              <a:rPr lang="en" sz="5100"/>
              <a:t>LinkedIn Fake Profile Detection in the Era of LLM-Polished Text</a:t>
            </a:r>
            <a:endParaRPr sz="5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g3b087beae8b_1_15"/>
          <p:cNvSpPr txBox="1"/>
          <p:nvPr>
            <p:ph idx="3" type="title"/>
          </p:nvPr>
        </p:nvSpPr>
        <p:spPr>
          <a:xfrm>
            <a:off x="228600" y="457200"/>
            <a:ext cx="68586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Motivation</a:t>
            </a:r>
            <a:endParaRPr b="1"/>
          </a:p>
        </p:txBody>
      </p:sp>
      <p:sp>
        <p:nvSpPr>
          <p:cNvPr id="444" name="Google Shape;444;g3b087beae8b_1_15"/>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Motivation: Detecting LLM-Enhanced Fake Profiles on LinkedIn</a:t>
            </a:r>
            <a:endParaRPr>
              <a:solidFill>
                <a:schemeClr val="dk1"/>
              </a:solidFill>
              <a:latin typeface="Figtree Medium"/>
              <a:ea typeface="Figtree Medium"/>
              <a:cs typeface="Figtree Medium"/>
              <a:sym typeface="Figtree Medium"/>
            </a:endParaRPr>
          </a:p>
          <a:p>
            <a:pPr indent="-317500" lvl="0" marL="9144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LinkedIn is increasingly LLM-mediated: Users now routinely use large language models to polish, rewrite, or fabricate professional profiles.</a:t>
            </a:r>
            <a:endParaRPr>
              <a:solidFill>
                <a:schemeClr val="dk1"/>
              </a:solidFill>
              <a:latin typeface="Figtree Medium"/>
              <a:ea typeface="Figtree Medium"/>
              <a:cs typeface="Figtree Medium"/>
              <a:sym typeface="Figtree Medium"/>
            </a:endParaRPr>
          </a:p>
          <a:p>
            <a:pPr indent="0" lvl="0" marL="914400" marR="0" rtl="0" algn="l">
              <a:lnSpc>
                <a:spcPct val="100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9144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Authenticity is no longer binary: Profiles exist on a spectrum—from fully human-written to fully LLM-generated, with many hybrid cases in between.</a:t>
            </a:r>
            <a:endParaRPr>
              <a:solidFill>
                <a:schemeClr val="dk1"/>
              </a:solidFill>
              <a:latin typeface="Figtree Medium"/>
              <a:ea typeface="Figtree Medium"/>
              <a:cs typeface="Figtree Medium"/>
              <a:sym typeface="Figtree Medium"/>
            </a:endParaRPr>
          </a:p>
          <a:p>
            <a:pPr indent="0" lvl="0" marL="914400" marR="0" rtl="0" algn="l">
              <a:lnSpc>
                <a:spcPct val="100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9144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Security and trust implications: Fake or deceptive profiles enable scams, impersonation, hiring fraud, and misinformation at scale.</a:t>
            </a:r>
            <a:endParaRPr>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b087beae8b_1_22"/>
          <p:cNvSpPr txBox="1"/>
          <p:nvPr>
            <p:ph idx="3" type="title"/>
          </p:nvPr>
        </p:nvSpPr>
        <p:spPr>
          <a:xfrm>
            <a:off x="228600" y="457200"/>
            <a:ext cx="68586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Motivation</a:t>
            </a:r>
            <a:endParaRPr b="1"/>
          </a:p>
        </p:txBody>
      </p:sp>
      <p:sp>
        <p:nvSpPr>
          <p:cNvPr id="450" name="Google Shape;450;g3b087beae8b_1_22"/>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dk1"/>
                </a:solidFill>
                <a:latin typeface="Figtree Medium"/>
                <a:ea typeface="Figtree Medium"/>
                <a:cs typeface="Figtree Medium"/>
                <a:sym typeface="Figtree Medium"/>
              </a:rPr>
              <a:t>Limitations in Existing Work (Gulati et al.)</a:t>
            </a:r>
            <a:endParaRPr>
              <a:solidFill>
                <a:schemeClr val="dk1"/>
              </a:solidFill>
              <a:latin typeface="Figtree Medium"/>
              <a:ea typeface="Figtree Medium"/>
              <a:cs typeface="Figtree Medium"/>
              <a:sym typeface="Figtree Medium"/>
            </a:endParaRPr>
          </a:p>
          <a:p>
            <a:pPr indent="-317500" lvl="0" marL="4572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Limited treatment of hybrid authorship: LLM-polished human profiles remain difficult to distinguish from genuinely well-written human profiles.</a:t>
            </a:r>
            <a:endParaRPr>
              <a:solidFill>
                <a:schemeClr val="dk1"/>
              </a:solidFill>
              <a:latin typeface="Figtree Medium"/>
              <a:ea typeface="Figtree Medium"/>
              <a:cs typeface="Figtree Medium"/>
              <a:sym typeface="Figtree Medium"/>
            </a:endParaRPr>
          </a:p>
          <a:p>
            <a:pPr indent="0" lvl="0" marL="457200" marR="0" rtl="0" algn="l">
              <a:lnSpc>
                <a:spcPct val="100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“AI polishing” is acknowledged but not deeply resolved as a standalone class.</a:t>
            </a:r>
            <a:endParaRPr>
              <a:solidFill>
                <a:schemeClr val="dk1"/>
              </a:solidFill>
              <a:latin typeface="Figtree Medium"/>
              <a:ea typeface="Figtree Medium"/>
              <a:cs typeface="Figtree Medium"/>
              <a:sym typeface="Figtree Medium"/>
            </a:endParaRPr>
          </a:p>
          <a:p>
            <a:pPr indent="0" lvl="0" marL="914400" marR="0" rtl="0" algn="l">
              <a:lnSpc>
                <a:spcPct val="100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Binary or coarse-grained classification: Existing benchmarks largely emphasize real vs fake, which does not reflect real-world LinkedIn usage.</a:t>
            </a:r>
            <a:endParaRPr>
              <a:solidFill>
                <a:schemeClr val="dk1"/>
              </a:solidFill>
              <a:latin typeface="Figtree Medium"/>
              <a:ea typeface="Figtree Medium"/>
              <a:cs typeface="Figtree Medium"/>
              <a:sym typeface="Figtree Medium"/>
            </a:endParaRPr>
          </a:p>
          <a:p>
            <a:pPr indent="0" lvl="0" marL="914400" marR="0" rtl="0" algn="l">
              <a:lnSpc>
                <a:spcPct val="100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Lack of intent-aware categorization: Human-written but deceptive profiles (crafted for fraud or impersonation) are underexplored.</a:t>
            </a:r>
            <a:endParaRPr>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b087beae8b_1_27"/>
          <p:cNvSpPr txBox="1"/>
          <p:nvPr>
            <p:ph idx="3" type="title"/>
          </p:nvPr>
        </p:nvSpPr>
        <p:spPr>
          <a:xfrm>
            <a:off x="228600" y="457200"/>
            <a:ext cx="68586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Problem Statement</a:t>
            </a:r>
            <a:endParaRPr b="1"/>
          </a:p>
        </p:txBody>
      </p:sp>
      <p:sp>
        <p:nvSpPr>
          <p:cNvPr id="456" name="Google Shape;456;g3b087beae8b_1_27"/>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LLMs are increasingly used on LinkedIn to rewrite summaries, enhance experience descriptions, and polish professional language. This blurs the boundary between authentic self-presentation and AI-mediated or deceptive profiles.</a:t>
            </a:r>
            <a:endParaRPr>
              <a:solidFill>
                <a:schemeClr val="dk1"/>
              </a:solidFill>
              <a:latin typeface="Figtree Medium"/>
              <a:ea typeface="Figtree Medium"/>
              <a:cs typeface="Figtree Medium"/>
              <a:sym typeface="Figtree Medium"/>
            </a:endParaRPr>
          </a:p>
          <a:p>
            <a:pPr indent="0" lvl="0" marL="457200" marR="0" rtl="0" algn="l">
              <a:lnSpc>
                <a:spcPct val="100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Existing detection methods largely assume binary authorship (human vs. machine), which does not reflect real-world usage. Hybrid profiles—human-written but LLM-polished—are common yet poorly modeled.</a:t>
            </a:r>
            <a:endParaRPr>
              <a:solidFill>
                <a:schemeClr val="dk1"/>
              </a:solidFill>
              <a:latin typeface="Figtree Medium"/>
              <a:ea typeface="Figtree Medium"/>
              <a:cs typeface="Figtree Medium"/>
              <a:sym typeface="Figtree Medium"/>
            </a:endParaRPr>
          </a:p>
          <a:p>
            <a:pPr indent="0" lvl="0" marL="457200" marR="0" rtl="0" algn="l">
              <a:lnSpc>
                <a:spcPct val="100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Human-generated fake profiles (crafted for impersonation or fraud) are often conflated with LLM-generated content. There is no unified framework to jointly model: Degree of LLM involvement, Authenticity vs. deception intent</a:t>
            </a:r>
            <a:endParaRPr>
              <a:solidFill>
                <a:schemeClr val="dk1"/>
              </a:solidFill>
              <a:latin typeface="Figtree Medium"/>
              <a:ea typeface="Figtree Medium"/>
              <a:cs typeface="Figtree Medium"/>
              <a:sym typeface="Figtree Medium"/>
            </a:endParaRPr>
          </a:p>
          <a:p>
            <a:pPr indent="0" lvl="0" marL="457200" marR="0" rtl="0" algn="l">
              <a:lnSpc>
                <a:spcPct val="100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00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This motivates a four-way classification formulation or </a:t>
            </a:r>
            <a:r>
              <a:rPr lang="en">
                <a:solidFill>
                  <a:schemeClr val="dk1"/>
                </a:solidFill>
                <a:latin typeface="Figtree Medium"/>
                <a:ea typeface="Figtree Medium"/>
                <a:cs typeface="Figtree Medium"/>
                <a:sym typeface="Figtree Medium"/>
              </a:rPr>
              <a:t>fine-grained framework for </a:t>
            </a:r>
            <a:r>
              <a:rPr lang="en">
                <a:solidFill>
                  <a:schemeClr val="dk1"/>
                </a:solidFill>
                <a:latin typeface="Figtree Medium"/>
                <a:ea typeface="Figtree Medium"/>
                <a:cs typeface="Figtree Medium"/>
                <a:sym typeface="Figtree Medium"/>
              </a:rPr>
              <a:t>:</a:t>
            </a:r>
            <a:endParaRPr>
              <a:solidFill>
                <a:schemeClr val="dk1"/>
              </a:solidFill>
              <a:latin typeface="Figtree Medium"/>
              <a:ea typeface="Figtree Medium"/>
              <a:cs typeface="Figtree Medium"/>
              <a:sym typeface="Figtree Medium"/>
            </a:endParaRPr>
          </a:p>
          <a:p>
            <a:pPr indent="0" lvl="0" marL="457200" marR="0" rtl="0" algn="l">
              <a:lnSpc>
                <a:spcPct val="100000"/>
              </a:lnSpc>
              <a:spcBef>
                <a:spcPts val="0"/>
              </a:spcBef>
              <a:spcAft>
                <a:spcPts val="0"/>
              </a:spcAft>
              <a:buNone/>
            </a:pPr>
            <a:r>
              <a:rPr lang="en">
                <a:solidFill>
                  <a:schemeClr val="dk1"/>
                </a:solidFill>
                <a:latin typeface="Figtree Medium"/>
                <a:ea typeface="Figtree Medium"/>
                <a:cs typeface="Figtree Medium"/>
                <a:sym typeface="Figtree Medium"/>
              </a:rPr>
              <a:t>Real</a:t>
            </a:r>
            <a:endParaRPr>
              <a:solidFill>
                <a:schemeClr val="dk1"/>
              </a:solidFill>
              <a:latin typeface="Figtree Medium"/>
              <a:ea typeface="Figtree Medium"/>
              <a:cs typeface="Figtree Medium"/>
              <a:sym typeface="Figtree Medium"/>
            </a:endParaRPr>
          </a:p>
          <a:p>
            <a:pPr indent="0" lvl="0" marL="457200" marR="0" rtl="0" algn="l">
              <a:lnSpc>
                <a:spcPct val="100000"/>
              </a:lnSpc>
              <a:spcBef>
                <a:spcPts val="0"/>
              </a:spcBef>
              <a:spcAft>
                <a:spcPts val="0"/>
              </a:spcAft>
              <a:buNone/>
            </a:pPr>
            <a:r>
              <a:rPr lang="en">
                <a:solidFill>
                  <a:schemeClr val="dk1"/>
                </a:solidFill>
                <a:latin typeface="Figtree Medium"/>
                <a:ea typeface="Figtree Medium"/>
                <a:cs typeface="Figtree Medium"/>
                <a:sym typeface="Figtree Medium"/>
              </a:rPr>
              <a:t>GPT-generated</a:t>
            </a:r>
            <a:endParaRPr>
              <a:solidFill>
                <a:schemeClr val="dk1"/>
              </a:solidFill>
              <a:latin typeface="Figtree Medium"/>
              <a:ea typeface="Figtree Medium"/>
              <a:cs typeface="Figtree Medium"/>
              <a:sym typeface="Figtree Medium"/>
            </a:endParaRPr>
          </a:p>
          <a:p>
            <a:pPr indent="0" lvl="0" marL="457200" marR="0" rtl="0" algn="l">
              <a:lnSpc>
                <a:spcPct val="100000"/>
              </a:lnSpc>
              <a:spcBef>
                <a:spcPts val="0"/>
              </a:spcBef>
              <a:spcAft>
                <a:spcPts val="0"/>
              </a:spcAft>
              <a:buNone/>
            </a:pPr>
            <a:r>
              <a:rPr lang="en">
                <a:solidFill>
                  <a:schemeClr val="dk1"/>
                </a:solidFill>
                <a:latin typeface="Figtree Medium"/>
                <a:ea typeface="Figtree Medium"/>
                <a:cs typeface="Figtree Medium"/>
                <a:sym typeface="Figtree Medium"/>
              </a:rPr>
              <a:t>Human-written but LLM-polished (GenuineGPT)</a:t>
            </a:r>
            <a:endParaRPr>
              <a:solidFill>
                <a:schemeClr val="dk1"/>
              </a:solidFill>
              <a:latin typeface="Figtree Medium"/>
              <a:ea typeface="Figtree Medium"/>
              <a:cs typeface="Figtree Medium"/>
              <a:sym typeface="Figtree Medium"/>
            </a:endParaRPr>
          </a:p>
          <a:p>
            <a:pPr indent="0" lvl="0" marL="457200" marR="0" rtl="0" algn="l">
              <a:lnSpc>
                <a:spcPct val="100000"/>
              </a:lnSpc>
              <a:spcBef>
                <a:spcPts val="0"/>
              </a:spcBef>
              <a:spcAft>
                <a:spcPts val="0"/>
              </a:spcAft>
              <a:buNone/>
            </a:pPr>
            <a:r>
              <a:rPr lang="en">
                <a:solidFill>
                  <a:schemeClr val="dk1"/>
                </a:solidFill>
                <a:latin typeface="Figtree Medium"/>
                <a:ea typeface="Figtree Medium"/>
                <a:cs typeface="Figtree Medium"/>
                <a:sym typeface="Figtree Medium"/>
              </a:rPr>
              <a:t>Human-written deceptive profiles</a:t>
            </a:r>
            <a:endParaRPr>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6"/>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Dataset Overview</a:t>
            </a:r>
            <a:endParaRPr b="1"/>
          </a:p>
        </p:txBody>
      </p:sp>
      <p:sp>
        <p:nvSpPr>
          <p:cNvPr id="462" name="Google Shape;462;p6"/>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Structured CSV containing 81k individual LinkedIn user profiles</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Includes demographic details, location, and connection/follower metrics</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Captures professional experience, education history, certifications, and skills</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Records platform activity such as projects, publications, interests, and organizations</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Profiles are real or fake (unlikely to be GPT-Fake as the dataset is from 2022), but still possible - 2 or 3 classes</a:t>
            </a:r>
            <a:br>
              <a:rPr lang="en">
                <a:solidFill>
                  <a:schemeClr val="dk1"/>
                </a:solidFill>
                <a:latin typeface="Figtree Medium"/>
                <a:ea typeface="Figtree Medium"/>
                <a:cs typeface="Figtree Medium"/>
                <a:sym typeface="Figtree Medium"/>
              </a:rPr>
            </a:br>
            <a:endParaRPr>
              <a:solidFill>
                <a:schemeClr val="dk1"/>
              </a:solidFill>
              <a:latin typeface="Figtree Medium"/>
              <a:ea typeface="Figtree Medium"/>
              <a:cs typeface="Figtree Medium"/>
              <a:sym typeface="Figtree Medium"/>
            </a:endParaRPr>
          </a:p>
          <a:p>
            <a:pPr indent="-317500" lvl="0" marL="45720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Contains aggregate counts for each profile section and an associated label for analysis</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1200"/>
              </a:spcBef>
              <a:spcAft>
                <a:spcPts val="0"/>
              </a:spcAft>
              <a:buNone/>
            </a:pPr>
            <a:r>
              <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3b087beae8b_1_88"/>
          <p:cNvSpPr txBox="1"/>
          <p:nvPr>
            <p:ph idx="3" type="title"/>
          </p:nvPr>
        </p:nvSpPr>
        <p:spPr>
          <a:xfrm>
            <a:off x="228600" y="457200"/>
            <a:ext cx="41604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Genuine GPT Profile Generation</a:t>
            </a:r>
            <a:endParaRPr b="1"/>
          </a:p>
          <a:p>
            <a:pPr indent="0" lvl="0" marL="0" rtl="0" algn="l">
              <a:lnSpc>
                <a:spcPct val="115000"/>
              </a:lnSpc>
              <a:spcBef>
                <a:spcPts val="0"/>
              </a:spcBef>
              <a:spcAft>
                <a:spcPts val="0"/>
              </a:spcAft>
              <a:buSzPts val="2000"/>
              <a:buNone/>
            </a:pPr>
            <a:r>
              <a:t/>
            </a:r>
            <a:endParaRPr b="1"/>
          </a:p>
        </p:txBody>
      </p:sp>
      <p:sp>
        <p:nvSpPr>
          <p:cNvPr id="468" name="Google Shape;468;g3b087beae8b_1_88"/>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Real LinkedIn profiles from the dataset are used as the base source of content</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Profiles are rewritten using GPT to produce polished, fluent, and professionally enhanced versions</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Semantic content (roles, skills, timelines) is preserved while improving coherence and tone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The resulting profiles, termed “Genuine GPT”, mimic realistic human profiles with LLM-style refinement</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120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8"/>
          <p:cNvSpPr txBox="1"/>
          <p:nvPr>
            <p:ph idx="3" type="title"/>
          </p:nvPr>
        </p:nvSpPr>
        <p:spPr>
          <a:xfrm>
            <a:off x="228600" y="457200"/>
            <a:ext cx="5848200" cy="46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2000"/>
              <a:buFont typeface="Arial"/>
              <a:buNone/>
            </a:pPr>
            <a:r>
              <a:rPr b="1" lang="en"/>
              <a:t>Experimental Setup for Baseline Metrics</a:t>
            </a:r>
            <a:endParaRPr b="1"/>
          </a:p>
          <a:p>
            <a:pPr indent="0" lvl="0" marL="0" rtl="0" algn="l">
              <a:lnSpc>
                <a:spcPct val="115000"/>
              </a:lnSpc>
              <a:spcBef>
                <a:spcPts val="0"/>
              </a:spcBef>
              <a:spcAft>
                <a:spcPts val="0"/>
              </a:spcAft>
              <a:buSzPts val="2000"/>
              <a:buNone/>
            </a:pPr>
            <a:r>
              <a:t/>
            </a:r>
            <a:endParaRPr b="1"/>
          </a:p>
        </p:txBody>
      </p:sp>
      <p:sp>
        <p:nvSpPr>
          <p:cNvPr id="474" name="Google Shape;474;p8"/>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Follows the experimental pipeline of LLM-DetectAIve (main) for consistency and comparability</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Profile text fields are preprocessed and formatted as model inputs</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DistilBERT is used as a lightweight transformer to establish baseline classification performance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Medium"/>
                <a:ea typeface="Figtree Medium"/>
                <a:cs typeface="Figtree Medium"/>
                <a:sym typeface="Figtree Medium"/>
              </a:rPr>
              <a:t>Evaluation:</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Metrics: Accuracy, Precision, Recall, F1-score (weighted average)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Final evaluation on held-out test set with classification report</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g3b087beae8b_1_103"/>
          <p:cNvSpPr txBox="1"/>
          <p:nvPr>
            <p:ph idx="3" type="title"/>
          </p:nvPr>
        </p:nvSpPr>
        <p:spPr>
          <a:xfrm>
            <a:off x="228600" y="457200"/>
            <a:ext cx="8059200" cy="46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
              <a:t>Experimental Setup for Baseline Metrics - LLM DetectAIve Pipeline</a:t>
            </a:r>
            <a:endParaRPr b="1"/>
          </a:p>
          <a:p>
            <a:pPr indent="0" lvl="0" marL="0" rtl="0" algn="l">
              <a:lnSpc>
                <a:spcPct val="115000"/>
              </a:lnSpc>
              <a:spcBef>
                <a:spcPts val="0"/>
              </a:spcBef>
              <a:spcAft>
                <a:spcPts val="0"/>
              </a:spcAft>
              <a:buSzPts val="2000"/>
              <a:buNone/>
            </a:pPr>
            <a:r>
              <a:t/>
            </a:r>
            <a:endParaRPr b="1"/>
          </a:p>
        </p:txBody>
      </p:sp>
      <p:sp>
        <p:nvSpPr>
          <p:cNvPr id="480" name="Google Shape;480;g3b087beae8b_1_103"/>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Phase 1: Data Preparation (dataset_csv.py)</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1.1 Data Loading (read_csv): Reads a CSV file into a pandas DataFrame.</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1.2 Data Parsing (csv_dataset_parser)</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Text concatenation: Combines multiple columns (Intro, Full Name, Workplace, Location, About, Experiences, Educations, etc.) into a single text field.</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Label mapping: Maps original labels to 0-3:</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0 → 0 (Human-Written)</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1 → 1 (Human-Written, Machine-Polished)</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10 → 2 (Machine-Generated)</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11 → 2 (Machine-Generated)</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1.3 Dataset Splitting (prepare_dataset)</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Stratified train/val/test split: 70% / 15% / 15% (preserves label distribution).</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Conversion: Converts pandas DataFrames to Hugging Face DatasetDict with train, val, and test splits.</a:t>
            </a:r>
            <a:endParaRPr>
              <a:solidFill>
                <a:schemeClr val="dk1"/>
              </a:solidFill>
              <a:latin typeface="Figtree Medium"/>
              <a:ea typeface="Figtree Medium"/>
              <a:cs typeface="Figtree Medium"/>
              <a:sym typeface="Figtree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g3b087beae8b_1_98"/>
          <p:cNvSpPr txBox="1"/>
          <p:nvPr>
            <p:ph idx="3" type="title"/>
          </p:nvPr>
        </p:nvSpPr>
        <p:spPr>
          <a:xfrm>
            <a:off x="228600" y="457200"/>
            <a:ext cx="5848200" cy="46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
              <a:t>Experimental Setup for Baseline Metrics - Pipeline</a:t>
            </a:r>
            <a:endParaRPr b="1"/>
          </a:p>
          <a:p>
            <a:pPr indent="0" lvl="0" marL="0" rtl="0" algn="l">
              <a:lnSpc>
                <a:spcPct val="115000"/>
              </a:lnSpc>
              <a:spcBef>
                <a:spcPts val="0"/>
              </a:spcBef>
              <a:spcAft>
                <a:spcPts val="0"/>
              </a:spcAft>
              <a:buSzPts val="2000"/>
              <a:buNone/>
            </a:pPr>
            <a:r>
              <a:t/>
            </a:r>
            <a:endParaRPr b="1"/>
          </a:p>
        </p:txBody>
      </p:sp>
      <p:sp>
        <p:nvSpPr>
          <p:cNvPr id="486" name="Google Shape;486;g3b087beae8b_1_98"/>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Phase 2: Model &amp; Tokenization Setup (model_pipeline.py)</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2.1 Model Loading (get_model_and_tokenizer)</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Loads a pre-trained model from Hugging Face (e.g., distilbert-base-uncased, roberta-base).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Loads the corresponding tokenizer.</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Initializes AutoModelForSequenceClassification with num_labels=4.</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2.2 Tokenization (tokenize_and_prepare_dataset)</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Tokenizes text: Converts text to token IDs using the model's tokenizer.</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Padding/Truncation: max_length=256, padding='max_length', truncation=True.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Format conversion: Removes original text/domain columns, sets format to PyTorch tensors.</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Result: Dataset with input_ids, attention_mask, and labels.</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3b087beae8b_1_115"/>
          <p:cNvSpPr txBox="1"/>
          <p:nvPr>
            <p:ph idx="3" type="title"/>
          </p:nvPr>
        </p:nvSpPr>
        <p:spPr>
          <a:xfrm>
            <a:off x="228600" y="457200"/>
            <a:ext cx="5848200" cy="46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
              <a:t>Experimental Setup for Baseline Metrics - Pipeline</a:t>
            </a:r>
            <a:endParaRPr b="1"/>
          </a:p>
          <a:p>
            <a:pPr indent="0" lvl="0" marL="0" rtl="0" algn="l">
              <a:lnSpc>
                <a:spcPct val="115000"/>
              </a:lnSpc>
              <a:spcBef>
                <a:spcPts val="0"/>
              </a:spcBef>
              <a:spcAft>
                <a:spcPts val="0"/>
              </a:spcAft>
              <a:buSzPts val="2000"/>
              <a:buNone/>
            </a:pPr>
            <a:r>
              <a:t/>
            </a:r>
            <a:endParaRPr b="1"/>
          </a:p>
        </p:txBody>
      </p:sp>
      <p:sp>
        <p:nvSpPr>
          <p:cNvPr id="492" name="Google Shape;492;g3b087beae8b_1_115"/>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Phase 3: Hyperparameter Optimization (train_model → objective)</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3.1 Optuna Study Setup</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Creates an Optuna study to maximize F1 score.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Default: 5 trials.</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3.2 Trial Objective Function (objective)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For each trial:</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Hyperparameter sampling:</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Learning rate: 1e-6 to 1e-4 (log scale)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Weight decay: 1e-7 to 1e-1 (log scale)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Epochs: 1 to max_epochs (default 5)</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Training configuration:</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Batch sizes: train=16, eval=64</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Evaluation: every epoch</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Model saving: after each epoch</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Best model: loaded at the end (load_best_model_at_end=True)</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g3b087beae8b_1_120"/>
          <p:cNvSpPr txBox="1"/>
          <p:nvPr>
            <p:ph idx="3" type="title"/>
          </p:nvPr>
        </p:nvSpPr>
        <p:spPr>
          <a:xfrm>
            <a:off x="228600" y="457200"/>
            <a:ext cx="5848200" cy="46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
              <a:t>Experimental Setup for Baseline Metrics - Pipeline</a:t>
            </a:r>
            <a:endParaRPr b="1"/>
          </a:p>
          <a:p>
            <a:pPr indent="0" lvl="0" marL="0" rtl="0" algn="l">
              <a:lnSpc>
                <a:spcPct val="115000"/>
              </a:lnSpc>
              <a:spcBef>
                <a:spcPts val="0"/>
              </a:spcBef>
              <a:spcAft>
                <a:spcPts val="0"/>
              </a:spcAft>
              <a:buSzPts val="2000"/>
              <a:buNone/>
            </a:pPr>
            <a:r>
              <a:t/>
            </a:r>
            <a:endParaRPr b="1"/>
          </a:p>
        </p:txBody>
      </p:sp>
      <p:sp>
        <p:nvSpPr>
          <p:cNvPr id="498" name="Google Shape;498;g3b087beae8b_1_120"/>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Phase 3: Hyperparameter Optimization (train_model → objective)</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Clr>
                <a:schemeClr val="lt1"/>
              </a:buClr>
              <a:buSzPts val="1100"/>
              <a:buFont typeface="Arial"/>
              <a:buNone/>
            </a:pPr>
            <a:r>
              <a:rPr lang="en">
                <a:solidFill>
                  <a:schemeClr val="dk1"/>
                </a:solidFill>
                <a:latin typeface="Figtree Medium"/>
                <a:ea typeface="Figtree Medium"/>
                <a:cs typeface="Figtree Medium"/>
                <a:sym typeface="Figtree Medium"/>
              </a:rPr>
              <a:t>Training &amp; evaluation:</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Clr>
                <a:schemeClr val="lt1"/>
              </a:buClr>
              <a:buSzPts val="1100"/>
              <a:buFont typeface="Arial"/>
              <a:buNone/>
            </a:pPr>
            <a:r>
              <a:rPr lang="en">
                <a:solidFill>
                  <a:schemeClr val="dk1"/>
                </a:solidFill>
                <a:latin typeface="Figtree Medium"/>
                <a:ea typeface="Figtree Medium"/>
                <a:cs typeface="Figtree Medium"/>
                <a:sym typeface="Figtree Medium"/>
              </a:rPr>
              <a:t>Trains on the train set.</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Clr>
                <a:schemeClr val="lt1"/>
              </a:buClr>
              <a:buSzPts val="1100"/>
              <a:buFont typeface="Arial"/>
              <a:buNone/>
            </a:pPr>
            <a:r>
              <a:rPr lang="en">
                <a:solidFill>
                  <a:schemeClr val="dk1"/>
                </a:solidFill>
                <a:latin typeface="Figtree Medium"/>
                <a:ea typeface="Figtree Medium"/>
                <a:cs typeface="Figtree Medium"/>
                <a:sym typeface="Figtree Medium"/>
              </a:rPr>
              <a:t>Evaluates on the validation set.</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Clr>
                <a:schemeClr val="lt1"/>
              </a:buClr>
              <a:buSzPts val="1100"/>
              <a:buFont typeface="Arial"/>
              <a:buNone/>
            </a:pPr>
            <a:r>
              <a:rPr lang="en">
                <a:solidFill>
                  <a:schemeClr val="dk1"/>
                </a:solidFill>
                <a:latin typeface="Figtree Medium"/>
                <a:ea typeface="Figtree Medium"/>
                <a:cs typeface="Figtree Medium"/>
                <a:sym typeface="Figtree Medium"/>
              </a:rPr>
              <a:t>Returns validation F1 score.</a:t>
            </a:r>
            <a:endParaRPr>
              <a:solidFill>
                <a:schemeClr val="dk1"/>
              </a:solidFill>
              <a:latin typeface="Figtree Medium"/>
              <a:ea typeface="Figtree Medium"/>
              <a:cs typeface="Figtree Medium"/>
              <a:sym typeface="Figtree Medium"/>
            </a:endParaRPr>
          </a:p>
          <a:p>
            <a:pPr indent="0" lvl="0" marL="0" rtl="0" algn="l">
              <a:lnSpc>
                <a:spcPct val="115000"/>
              </a:lnSpc>
              <a:spcBef>
                <a:spcPts val="0"/>
              </a:spcBef>
              <a:spcAft>
                <a:spcPts val="0"/>
              </a:spcAft>
              <a:buClr>
                <a:schemeClr val="lt1"/>
              </a:buClr>
              <a:buSzPts val="1100"/>
              <a:buFont typeface="Arial"/>
              <a:buNone/>
            </a:pPr>
            <a:r>
              <a:rPr lang="en">
                <a:solidFill>
                  <a:schemeClr val="dk1"/>
                </a:solidFill>
                <a:latin typeface="Figtree Medium"/>
                <a:ea typeface="Figtree Medium"/>
                <a:cs typeface="Figtree Medium"/>
                <a:sym typeface="Figtree Medium"/>
              </a:rPr>
              <a:t>3.3 Best Hyperparameters Selection</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Clr>
                <a:schemeClr val="lt1"/>
              </a:buClr>
              <a:buSzPts val="1100"/>
              <a:buFont typeface="Arial"/>
              <a:buNone/>
            </a:pPr>
            <a:r>
              <a:rPr lang="en">
                <a:solidFill>
                  <a:schemeClr val="dk1"/>
                </a:solidFill>
                <a:latin typeface="Figtree Medium"/>
                <a:ea typeface="Figtree Medium"/>
                <a:cs typeface="Figtree Medium"/>
                <a:sym typeface="Figtree Medium"/>
              </a:rPr>
              <a:t>After all trials, selects the hyperparameters with the highest validation F1.</a:t>
            </a:r>
            <a:endParaRPr>
              <a:solidFill>
                <a:schemeClr val="dk1"/>
              </a:solidFill>
              <a:latin typeface="Figtree Medium"/>
              <a:ea typeface="Figtree Medium"/>
              <a:cs typeface="Figtree Medium"/>
              <a:sym typeface="Figtree Medium"/>
            </a:endParaRPr>
          </a:p>
          <a:p>
            <a:pPr indent="0" lvl="0" marL="0" rtl="0" algn="l">
              <a:lnSpc>
                <a:spcPct val="115000"/>
              </a:lnSpc>
              <a:spcBef>
                <a:spcPts val="0"/>
              </a:spcBef>
              <a:spcAft>
                <a:spcPts val="0"/>
              </a:spcAft>
              <a:buClr>
                <a:schemeClr val="lt1"/>
              </a:buClr>
              <a:buSzPts val="1100"/>
              <a:buFont typeface="Arial"/>
              <a:buNone/>
            </a:pPr>
            <a:r>
              <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3b087beae8b_1_130"/>
          <p:cNvSpPr txBox="1"/>
          <p:nvPr>
            <p:ph idx="3" type="title"/>
          </p:nvPr>
        </p:nvSpPr>
        <p:spPr>
          <a:xfrm>
            <a:off x="228600" y="457200"/>
            <a:ext cx="5848200" cy="46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
              <a:t>Experimental Setup for Baseline Metrics - Pipeline</a:t>
            </a:r>
            <a:endParaRPr b="1"/>
          </a:p>
          <a:p>
            <a:pPr indent="0" lvl="0" marL="0" rtl="0" algn="l">
              <a:lnSpc>
                <a:spcPct val="115000"/>
              </a:lnSpc>
              <a:spcBef>
                <a:spcPts val="0"/>
              </a:spcBef>
              <a:spcAft>
                <a:spcPts val="0"/>
              </a:spcAft>
              <a:buSzPts val="2000"/>
              <a:buNone/>
            </a:pPr>
            <a:r>
              <a:t/>
            </a:r>
            <a:endParaRPr b="1"/>
          </a:p>
        </p:txBody>
      </p:sp>
      <p:sp>
        <p:nvSpPr>
          <p:cNvPr id="504" name="Google Shape;504;g3b087beae8b_1_130"/>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Phase 4: Final Training (train_model)</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After hyperparameter optimization:</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Creates a new model instance.</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Uses the best hyperparameters from Phase 3.</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Training configuration:</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Evaluation: every 500 steps (instead of every epoch)</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Logging: every 500 steps</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Saves checkpoints in ./results_{model_name}/</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Best model: selected based on validation performance</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g3b087beae8b_1_135"/>
          <p:cNvSpPr txBox="1"/>
          <p:nvPr>
            <p:ph idx="3" type="title"/>
          </p:nvPr>
        </p:nvSpPr>
        <p:spPr>
          <a:xfrm>
            <a:off x="228600" y="457200"/>
            <a:ext cx="5848200" cy="464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SzPts val="2000"/>
              <a:buNone/>
            </a:pPr>
            <a:r>
              <a:rPr b="1" lang="en"/>
              <a:t>Experimental Setup for Baseline Metrics - Pipeline</a:t>
            </a:r>
            <a:endParaRPr b="1"/>
          </a:p>
          <a:p>
            <a:pPr indent="0" lvl="0" marL="0" rtl="0" algn="l">
              <a:lnSpc>
                <a:spcPct val="115000"/>
              </a:lnSpc>
              <a:spcBef>
                <a:spcPts val="0"/>
              </a:spcBef>
              <a:spcAft>
                <a:spcPts val="0"/>
              </a:spcAft>
              <a:buSzPts val="2000"/>
              <a:buNone/>
            </a:pPr>
            <a:r>
              <a:t/>
            </a:r>
            <a:endParaRPr b="1"/>
          </a:p>
        </p:txBody>
      </p:sp>
      <p:sp>
        <p:nvSpPr>
          <p:cNvPr id="510" name="Google Shape;510;g3b087beae8b_1_135"/>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Phase 5: Evaluation (evaluate_model)</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Test set evaluation:</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Uses the held-out test set (never seen during training/validation).</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Computes predictions.</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Metrics computed:</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Accuracy</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Precision (weighted)</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Recall (weighted)</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F1-score (weighted)</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Output:</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rPr lang="en">
                <a:solidFill>
                  <a:schemeClr val="dk1"/>
                </a:solidFill>
                <a:latin typeface="Figtree Medium"/>
                <a:ea typeface="Figtree Medium"/>
                <a:cs typeface="Figtree Medium"/>
                <a:sym typeface="Figtree Medium"/>
              </a:rPr>
              <a:t>Prints test set metrics and detailed results.</a:t>
            </a:r>
            <a:endParaRPr>
              <a:solidFill>
                <a:schemeClr val="dk1"/>
              </a:solidFill>
              <a:latin typeface="Figtree Medium"/>
              <a:ea typeface="Figtree Medium"/>
              <a:cs typeface="Figtree Medium"/>
              <a:sym typeface="Figtree Medium"/>
            </a:endParaRPr>
          </a:p>
          <a:p>
            <a:pPr indent="0" lvl="0" marL="45720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45720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None/>
            </a:pPr>
            <a:r>
              <a:t/>
            </a:r>
            <a:endParaRPr>
              <a:solidFill>
                <a:schemeClr val="dk1"/>
              </a:solidFill>
              <a:latin typeface="Figtree Medium"/>
              <a:ea typeface="Figtree Medium"/>
              <a:cs typeface="Figtree Medium"/>
              <a:sym typeface="Figtree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20"/>
          <p:cNvSpPr txBox="1"/>
          <p:nvPr>
            <p:ph idx="3" type="title"/>
          </p:nvPr>
        </p:nvSpPr>
        <p:spPr>
          <a:xfrm>
            <a:off x="228600" y="457200"/>
            <a:ext cx="53709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distilbert-base-uncased</a:t>
            </a:r>
            <a:endParaRPr b="1"/>
          </a:p>
        </p:txBody>
      </p:sp>
      <p:pic>
        <p:nvPicPr>
          <p:cNvPr id="516" name="Google Shape;516;p20"/>
          <p:cNvPicPr preferRelativeResize="0"/>
          <p:nvPr/>
        </p:nvPicPr>
        <p:blipFill rotWithShape="1">
          <a:blip r:embed="rId3">
            <a:alphaModFix/>
          </a:blip>
          <a:srcRect b="0" l="0" r="0" t="0"/>
          <a:stretch/>
        </p:blipFill>
        <p:spPr>
          <a:xfrm>
            <a:off x="2974400" y="2100993"/>
            <a:ext cx="3290450" cy="941507"/>
          </a:xfrm>
          <a:prstGeom prst="rect">
            <a:avLst/>
          </a:prstGeom>
          <a:noFill/>
          <a:ln>
            <a:noFill/>
          </a:ln>
        </p:spPr>
      </p:pic>
      <p:pic>
        <p:nvPicPr>
          <p:cNvPr id="517" name="Google Shape;517;p20"/>
          <p:cNvPicPr preferRelativeResize="0"/>
          <p:nvPr/>
        </p:nvPicPr>
        <p:blipFill rotWithShape="1">
          <a:blip r:embed="rId4">
            <a:alphaModFix/>
          </a:blip>
          <a:srcRect b="0" l="0" r="0" t="0"/>
          <a:stretch/>
        </p:blipFill>
        <p:spPr>
          <a:xfrm>
            <a:off x="0" y="1418499"/>
            <a:ext cx="9143999" cy="618052"/>
          </a:xfrm>
          <a:prstGeom prst="rect">
            <a:avLst/>
          </a:prstGeom>
          <a:noFill/>
          <a:ln>
            <a:noFill/>
          </a:ln>
        </p:spPr>
      </p:pic>
      <p:sp>
        <p:nvSpPr>
          <p:cNvPr id="518" name="Google Shape;518;p20"/>
          <p:cNvSpPr txBox="1"/>
          <p:nvPr/>
        </p:nvSpPr>
        <p:spPr>
          <a:xfrm>
            <a:off x="286625" y="995350"/>
            <a:ext cx="8874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Jost"/>
                <a:ea typeface="Jost"/>
                <a:cs typeface="Jost"/>
                <a:sym typeface="Jost"/>
              </a:rPr>
              <a:t>Distilbert-base-uncased: 1 hyperparameter tuning round with 3 epochs each:</a:t>
            </a:r>
            <a:endParaRPr sz="1200">
              <a:solidFill>
                <a:schemeClr val="dk1"/>
              </a:solidFill>
              <a:latin typeface="Jost"/>
              <a:ea typeface="Jost"/>
              <a:cs typeface="Jost"/>
              <a:sym typeface="Jost"/>
            </a:endParaRPr>
          </a:p>
        </p:txBody>
      </p:sp>
      <p:sp>
        <p:nvSpPr>
          <p:cNvPr id="519" name="Google Shape;519;p20"/>
          <p:cNvSpPr txBox="1"/>
          <p:nvPr/>
        </p:nvSpPr>
        <p:spPr>
          <a:xfrm>
            <a:off x="286625" y="3338525"/>
            <a:ext cx="8874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Jost"/>
                <a:ea typeface="Jost"/>
                <a:cs typeface="Jost"/>
                <a:sym typeface="Jost"/>
              </a:rPr>
              <a:t>Distilbert-base-uncased: 2 hyperparameter tuning rounds with 5 epochs each:</a:t>
            </a:r>
            <a:endParaRPr sz="1200">
              <a:solidFill>
                <a:schemeClr val="dk1"/>
              </a:solidFill>
              <a:latin typeface="Jost"/>
              <a:ea typeface="Jost"/>
              <a:cs typeface="Jost"/>
              <a:sym typeface="Jost"/>
            </a:endParaRPr>
          </a:p>
        </p:txBody>
      </p:sp>
      <p:pic>
        <p:nvPicPr>
          <p:cNvPr id="520" name="Google Shape;520;p20"/>
          <p:cNvPicPr preferRelativeResize="0"/>
          <p:nvPr/>
        </p:nvPicPr>
        <p:blipFill>
          <a:blip r:embed="rId5">
            <a:alphaModFix/>
          </a:blip>
          <a:stretch>
            <a:fillRect/>
          </a:stretch>
        </p:blipFill>
        <p:spPr>
          <a:xfrm>
            <a:off x="0" y="3860225"/>
            <a:ext cx="9143999" cy="41312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15"/>
          <p:cNvSpPr txBox="1"/>
          <p:nvPr>
            <p:ph idx="3" type="title"/>
          </p:nvPr>
        </p:nvSpPr>
        <p:spPr>
          <a:xfrm>
            <a:off x="228600" y="457200"/>
            <a:ext cx="62490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Other </a:t>
            </a:r>
            <a:r>
              <a:rPr b="1" lang="en"/>
              <a:t>Existing Detectors for LLM-Generated Text</a:t>
            </a:r>
            <a:endParaRPr b="1"/>
          </a:p>
        </p:txBody>
      </p:sp>
      <p:sp>
        <p:nvSpPr>
          <p:cNvPr id="526" name="Google Shape;526;p15"/>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a:ea typeface="Figtree"/>
                <a:cs typeface="Figtree"/>
                <a:sym typeface="Figtree"/>
              </a:rPr>
              <a:t>E</a:t>
            </a:r>
            <a:r>
              <a:rPr b="0" i="0" lang="en" sz="1400" u="none" cap="none" strike="noStrike">
                <a:solidFill>
                  <a:schemeClr val="dk1"/>
                </a:solidFill>
                <a:latin typeface="Figtree"/>
                <a:ea typeface="Figtree"/>
                <a:cs typeface="Figtree"/>
                <a:sym typeface="Figtree"/>
              </a:rPr>
              <a:t>xisting detectors: </a:t>
            </a:r>
            <a:r>
              <a:rPr b="1" i="0" lang="en" sz="1400" u="none" cap="none" strike="noStrike">
                <a:solidFill>
                  <a:schemeClr val="dk1"/>
                </a:solidFill>
                <a:latin typeface="Figtree"/>
                <a:ea typeface="Figtree"/>
                <a:cs typeface="Figtree"/>
                <a:sym typeface="Figtree"/>
              </a:rPr>
              <a:t>GPTZero, ZeroGPT, and Sapling AI.</a:t>
            </a:r>
            <a:r>
              <a:rPr b="0" i="0" lang="en" sz="1400" u="none" cap="none" strike="noStrike">
                <a:solidFill>
                  <a:schemeClr val="dk1"/>
                </a:solidFill>
                <a:latin typeface="Figtree"/>
                <a:ea typeface="Figtree"/>
                <a:cs typeface="Figtree"/>
                <a:sym typeface="Figtree"/>
              </a:rPr>
              <a:t>. (All are Zero Shot)</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Medium"/>
              <a:buChar char="❖"/>
            </a:pPr>
            <a:r>
              <a:rPr b="0" i="0" lang="en" sz="1400" u="none" cap="none" strike="noStrike">
                <a:solidFill>
                  <a:schemeClr val="dk1"/>
                </a:solidFill>
                <a:latin typeface="Figtree"/>
                <a:ea typeface="Figtree"/>
                <a:cs typeface="Figtree"/>
                <a:sym typeface="Figtree"/>
              </a:rPr>
              <a:t>None of these however support four classes. GPTZero is the only one that goes beyond binary classification: it adds a mixed text; however, it limits users to only 40 free runs per day or 10,000 words per month for registered accounts.</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17"/>
          <p:cNvSpPr txBox="1"/>
          <p:nvPr>
            <p:ph idx="3" type="title"/>
          </p:nvPr>
        </p:nvSpPr>
        <p:spPr>
          <a:xfrm>
            <a:off x="228600" y="457200"/>
            <a:ext cx="53709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MixSet - ACL 2024</a:t>
            </a:r>
            <a:endParaRPr b="1"/>
          </a:p>
        </p:txBody>
      </p:sp>
      <p:sp>
        <p:nvSpPr>
          <p:cNvPr id="532" name="Google Shape;532;p17"/>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Figtree Medium"/>
              <a:buChar char="❖"/>
            </a:pPr>
            <a:r>
              <a:rPr b="0" i="0" lang="en" sz="1400" u="none" cap="none" strike="noStrike">
                <a:solidFill>
                  <a:schemeClr val="dk1"/>
                </a:solidFill>
                <a:latin typeface="Figtree"/>
                <a:ea typeface="Figtree"/>
                <a:cs typeface="Figtree"/>
                <a:sym typeface="Figtree"/>
              </a:rPr>
              <a:t>What is MIXSET?</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MIXSET is the first dataset designed to study mixtext — text containing both human and AI contributions. It addresses real-world scenarios like AI-revised human writing (e.g., text polished or completed by LLMs) and human-edited AI writing (e.g., text adjusted or humanized by humans).</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Medium"/>
              <a:buChar char="❖"/>
            </a:pPr>
            <a:r>
              <a:rPr b="0" i="0" lang="en" sz="1400" u="none" cap="none" strike="noStrike">
                <a:solidFill>
                  <a:schemeClr val="dk1"/>
                </a:solidFill>
                <a:latin typeface="Figtree"/>
                <a:ea typeface="Figtree"/>
                <a:cs typeface="Figtree"/>
                <a:sym typeface="Figtree"/>
              </a:rPr>
              <a:t>Why is it needed?</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Existing Machine-Generated Text (MGT) detectors mostly handle pure AI or human text, failing in mixed cases common in journalism, academia, and education. MIXSET fills this gap by simulating realistic hybrid writing and enabling robust detector evaluation.</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18"/>
          <p:cNvSpPr txBox="1"/>
          <p:nvPr>
            <p:ph idx="3" type="title"/>
          </p:nvPr>
        </p:nvSpPr>
        <p:spPr>
          <a:xfrm>
            <a:off x="228600" y="457200"/>
            <a:ext cx="53709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MixSet - ACL 2024</a:t>
            </a:r>
            <a:endParaRPr b="1"/>
          </a:p>
        </p:txBody>
      </p:sp>
      <p:sp>
        <p:nvSpPr>
          <p:cNvPr id="538" name="Google Shape;538;p18"/>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Figtree"/>
              <a:buChar char="❖"/>
            </a:pPr>
            <a:r>
              <a:rPr b="0" i="0" lang="en" sz="1400" u="none" cap="none" strike="noStrike">
                <a:solidFill>
                  <a:schemeClr val="dk1"/>
                </a:solidFill>
                <a:latin typeface="Figtree"/>
                <a:ea typeface="Figtree"/>
                <a:cs typeface="Figtree"/>
                <a:sym typeface="Figtree"/>
              </a:rPr>
              <a:t>Five operations to generate mixtexts.</a:t>
            </a:r>
            <a:endParaRPr b="0" i="0" sz="1400" u="none" cap="none" strike="noStrike">
              <a:solidFill>
                <a:schemeClr val="dk1"/>
              </a:solidFill>
              <a:latin typeface="Figtree"/>
              <a:ea typeface="Figtree"/>
              <a:cs typeface="Figtree"/>
              <a:sym typeface="Figtree"/>
            </a:endParaRPr>
          </a:p>
          <a:p>
            <a:pPr indent="0" lvl="0" marL="9144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a:buChar char="❖"/>
            </a:pPr>
            <a:r>
              <a:rPr b="0" i="0" lang="en" sz="1400" u="none" cap="none" strike="noStrike">
                <a:solidFill>
                  <a:schemeClr val="dk1"/>
                </a:solidFill>
                <a:latin typeface="Figtree"/>
                <a:ea typeface="Figtree"/>
                <a:cs typeface="Figtree"/>
                <a:sym typeface="Figtree"/>
              </a:rPr>
              <a:t>Two categories of operations:</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a:buChar char="❖"/>
            </a:pPr>
            <a:r>
              <a:rPr b="0" i="0" lang="en" sz="1400" u="none" cap="none" strike="noStrike">
                <a:solidFill>
                  <a:schemeClr val="dk1"/>
                </a:solidFill>
                <a:latin typeface="Figtree"/>
                <a:ea typeface="Figtree"/>
                <a:cs typeface="Figtree"/>
                <a:sym typeface="Figtree"/>
              </a:rPr>
              <a:t>AI-Revised Human Text</a:t>
            </a:r>
            <a:endParaRPr b="0" i="0" sz="1400" u="none" cap="none" strike="noStrike">
              <a:solidFill>
                <a:schemeClr val="dk1"/>
              </a:solidFill>
              <a:latin typeface="Figtree"/>
              <a:ea typeface="Figtree"/>
              <a:cs typeface="Figtree"/>
              <a:sym typeface="Figtree"/>
            </a:endParaRPr>
          </a:p>
          <a:p>
            <a:pPr indent="0" lvl="0" marL="9144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317500" lvl="1" marL="914400" marR="0" rtl="0" algn="l">
              <a:lnSpc>
                <a:spcPct val="115000"/>
              </a:lnSpc>
              <a:spcBef>
                <a:spcPts val="0"/>
              </a:spcBef>
              <a:spcAft>
                <a:spcPts val="0"/>
              </a:spcAft>
              <a:buClr>
                <a:schemeClr val="dk1"/>
              </a:buClr>
              <a:buSzPts val="1400"/>
              <a:buFont typeface="Figtree"/>
              <a:buChar char="➢"/>
            </a:pPr>
            <a:r>
              <a:rPr b="0" i="0" lang="en" sz="1400" u="none" cap="none" strike="noStrike">
                <a:solidFill>
                  <a:schemeClr val="dk1"/>
                </a:solidFill>
                <a:latin typeface="Figtree"/>
                <a:ea typeface="Figtree"/>
                <a:cs typeface="Figtree"/>
                <a:sym typeface="Figtree"/>
              </a:rPr>
              <a:t>Polish: Improve clarity and grammar at token/sentence level.</a:t>
            </a:r>
            <a:endParaRPr b="0" i="0" sz="1400" u="none" cap="none" strike="noStrike">
              <a:solidFill>
                <a:schemeClr val="dk1"/>
              </a:solidFill>
              <a:latin typeface="Figtree"/>
              <a:ea typeface="Figtree"/>
              <a:cs typeface="Figtree"/>
              <a:sym typeface="Figtree"/>
            </a:endParaRPr>
          </a:p>
          <a:p>
            <a:pPr indent="-317500" lvl="1" marL="914400" marR="0" rtl="0" algn="l">
              <a:lnSpc>
                <a:spcPct val="115000"/>
              </a:lnSpc>
              <a:spcBef>
                <a:spcPts val="0"/>
              </a:spcBef>
              <a:spcAft>
                <a:spcPts val="0"/>
              </a:spcAft>
              <a:buClr>
                <a:schemeClr val="dk1"/>
              </a:buClr>
              <a:buSzPts val="1400"/>
              <a:buFont typeface="Figtree"/>
              <a:buChar char="➢"/>
            </a:pPr>
            <a:r>
              <a:rPr b="0" i="0" lang="en" sz="1400" u="none" cap="none" strike="noStrike">
                <a:solidFill>
                  <a:schemeClr val="dk1"/>
                </a:solidFill>
                <a:latin typeface="Figtree"/>
                <a:ea typeface="Figtree"/>
                <a:cs typeface="Figtree"/>
                <a:sym typeface="Figtree"/>
              </a:rPr>
              <a:t>Complete: AI finishes partially written human text (e.g., last 2/3).</a:t>
            </a:r>
            <a:endParaRPr b="0" i="0" sz="1400" u="none" cap="none" strike="noStrike">
              <a:solidFill>
                <a:schemeClr val="dk1"/>
              </a:solidFill>
              <a:latin typeface="Figtree"/>
              <a:ea typeface="Figtree"/>
              <a:cs typeface="Figtree"/>
              <a:sym typeface="Figtree"/>
            </a:endParaRPr>
          </a:p>
          <a:p>
            <a:pPr indent="-317500" lvl="1" marL="914400" marR="0" rtl="0" algn="l">
              <a:lnSpc>
                <a:spcPct val="115000"/>
              </a:lnSpc>
              <a:spcBef>
                <a:spcPts val="0"/>
              </a:spcBef>
              <a:spcAft>
                <a:spcPts val="0"/>
              </a:spcAft>
              <a:buClr>
                <a:schemeClr val="dk1"/>
              </a:buClr>
              <a:buSzPts val="1400"/>
              <a:buFont typeface="Figtree"/>
              <a:buChar char="➢"/>
            </a:pPr>
            <a:r>
              <a:rPr b="0" i="0" lang="en" sz="1400" u="none" cap="none" strike="noStrike">
                <a:solidFill>
                  <a:schemeClr val="dk1"/>
                </a:solidFill>
                <a:latin typeface="Figtree"/>
                <a:ea typeface="Figtree"/>
                <a:cs typeface="Figtree"/>
                <a:sym typeface="Figtree"/>
              </a:rPr>
              <a:t>Rewrite: AI rewrites human text while preserving meaning.</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a:buChar char="❖"/>
            </a:pPr>
            <a:r>
              <a:rPr b="0" i="0" lang="en" sz="1400" u="none" cap="none" strike="noStrike">
                <a:solidFill>
                  <a:schemeClr val="dk1"/>
                </a:solidFill>
                <a:latin typeface="Figtree"/>
                <a:ea typeface="Figtree"/>
                <a:cs typeface="Figtree"/>
                <a:sym typeface="Figtree"/>
              </a:rPr>
              <a:t>Human-Revised AI Text</a:t>
            </a:r>
            <a:endParaRPr b="0" i="0" sz="1400" u="none" cap="none" strike="noStrike">
              <a:solidFill>
                <a:schemeClr val="dk1"/>
              </a:solidFill>
              <a:latin typeface="Figtree"/>
              <a:ea typeface="Figtree"/>
              <a:cs typeface="Figtree"/>
              <a:sym typeface="Figtree"/>
            </a:endParaRPr>
          </a:p>
          <a:p>
            <a:pPr indent="-317500" lvl="1" marL="914400" marR="0" rtl="0" algn="l">
              <a:lnSpc>
                <a:spcPct val="115000"/>
              </a:lnSpc>
              <a:spcBef>
                <a:spcPts val="0"/>
              </a:spcBef>
              <a:spcAft>
                <a:spcPts val="0"/>
              </a:spcAft>
              <a:buClr>
                <a:schemeClr val="dk1"/>
              </a:buClr>
              <a:buSzPts val="1400"/>
              <a:buFont typeface="Figtree"/>
              <a:buChar char="➢"/>
            </a:pPr>
            <a:r>
              <a:rPr b="0" i="0" lang="en" sz="1400" u="none" cap="none" strike="noStrike">
                <a:solidFill>
                  <a:schemeClr val="dk1"/>
                </a:solidFill>
                <a:latin typeface="Figtree"/>
                <a:ea typeface="Figtree"/>
                <a:cs typeface="Figtree"/>
                <a:sym typeface="Figtree"/>
              </a:rPr>
              <a:t>Adapt: Humans modify AI text to sound more natural and fluent.</a:t>
            </a:r>
            <a:endParaRPr b="0" i="0" sz="1400" u="none" cap="none" strike="noStrike">
              <a:solidFill>
                <a:schemeClr val="dk1"/>
              </a:solidFill>
              <a:latin typeface="Figtree"/>
              <a:ea typeface="Figtree"/>
              <a:cs typeface="Figtree"/>
              <a:sym typeface="Figtree"/>
            </a:endParaRPr>
          </a:p>
          <a:p>
            <a:pPr indent="-317500" lvl="1" marL="914400" marR="0" rtl="0" algn="l">
              <a:lnSpc>
                <a:spcPct val="115000"/>
              </a:lnSpc>
              <a:spcBef>
                <a:spcPts val="0"/>
              </a:spcBef>
              <a:spcAft>
                <a:spcPts val="0"/>
              </a:spcAft>
              <a:buClr>
                <a:schemeClr val="dk1"/>
              </a:buClr>
              <a:buSzPts val="1400"/>
              <a:buFont typeface="Figtree"/>
              <a:buChar char="➢"/>
            </a:pPr>
            <a:r>
              <a:rPr b="0" i="0" lang="en" sz="1400" u="none" cap="none" strike="noStrike">
                <a:solidFill>
                  <a:schemeClr val="dk1"/>
                </a:solidFill>
                <a:latin typeface="Figtree"/>
                <a:ea typeface="Figtree"/>
                <a:cs typeface="Figtree"/>
                <a:sym typeface="Figtree"/>
              </a:rPr>
              <a:t>Humanize: Introduce realistic human-like imperfections — typos, minor grammar errors, or links.</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pic>
        <p:nvPicPr>
          <p:cNvPr id="539" name="Google Shape;539;p18"/>
          <p:cNvPicPr preferRelativeResize="0"/>
          <p:nvPr/>
        </p:nvPicPr>
        <p:blipFill rotWithShape="1">
          <a:blip r:embed="rId3">
            <a:alphaModFix/>
          </a:blip>
          <a:srcRect b="0" l="0" r="0" t="0"/>
          <a:stretch/>
        </p:blipFill>
        <p:spPr>
          <a:xfrm>
            <a:off x="5816957" y="73350"/>
            <a:ext cx="3272375" cy="2177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p22"/>
          <p:cNvSpPr txBox="1"/>
          <p:nvPr>
            <p:ph idx="3" type="title"/>
          </p:nvPr>
        </p:nvSpPr>
        <p:spPr>
          <a:xfrm>
            <a:off x="228600" y="457200"/>
            <a:ext cx="84222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Why tailor the perfect prompt for polishing LinkedIn profiles</a:t>
            </a:r>
            <a:endParaRPr b="1"/>
          </a:p>
        </p:txBody>
      </p:sp>
      <p:sp>
        <p:nvSpPr>
          <p:cNvPr id="545" name="Google Shape;545;p22"/>
          <p:cNvSpPr txBox="1"/>
          <p:nvPr/>
        </p:nvSpPr>
        <p:spPr>
          <a:xfrm>
            <a:off x="315375" y="1419750"/>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
        <p:nvSpPr>
          <p:cNvPr id="546" name="Google Shape;546;p22"/>
          <p:cNvSpPr txBox="1"/>
          <p:nvPr/>
        </p:nvSpPr>
        <p:spPr>
          <a:xfrm>
            <a:off x="313950" y="1035425"/>
            <a:ext cx="8422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Prompts = control logic: The prompt determines how an LLM reasons, not just what it answers.</a:t>
            </a:r>
            <a:endParaRPr>
              <a:solidFill>
                <a:schemeClr val="dk1"/>
              </a:solidFill>
              <a:latin typeface="Figtree"/>
              <a:ea typeface="Figtree"/>
              <a:cs typeface="Figtree"/>
              <a:sym typeface="Figtree"/>
            </a:endParaRPr>
          </a:p>
          <a:p>
            <a:pPr indent="0" lvl="0" marL="457200" marR="0" rtl="0" algn="l">
              <a:lnSpc>
                <a:spcPct val="100000"/>
              </a:lnSpc>
              <a:spcBef>
                <a:spcPts val="0"/>
              </a:spcBef>
              <a:spcAft>
                <a:spcPts val="0"/>
              </a:spcAft>
              <a:buNone/>
            </a:pPr>
            <a:r>
              <a:t/>
            </a:r>
            <a:endParaRPr>
              <a:solidFill>
                <a:schemeClr val="dk1"/>
              </a:solidFill>
              <a:latin typeface="Figtree"/>
              <a:ea typeface="Figtree"/>
              <a:cs typeface="Figtree"/>
              <a:sym typeface="Figtree"/>
            </a:endParaRPr>
          </a:p>
          <a:p>
            <a:pPr indent="-317500" lvl="0" marL="457200" marR="0" rtl="0" algn="l">
              <a:lnSpc>
                <a:spcPct val="100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LLMs are highly prompt-sensitive: Minor wording changes can flip correctness, safety, and reasoning paths.</a:t>
            </a:r>
            <a:endParaRPr>
              <a:solidFill>
                <a:schemeClr val="dk1"/>
              </a:solidFill>
              <a:latin typeface="Figtree"/>
              <a:ea typeface="Figtree"/>
              <a:cs typeface="Figtree"/>
              <a:sym typeface="Figtree"/>
            </a:endParaRPr>
          </a:p>
          <a:p>
            <a:pPr indent="0" lvl="0" marL="457200" marR="0" rtl="0" algn="l">
              <a:lnSpc>
                <a:spcPct val="100000"/>
              </a:lnSpc>
              <a:spcBef>
                <a:spcPts val="0"/>
              </a:spcBef>
              <a:spcAft>
                <a:spcPts val="0"/>
              </a:spcAft>
              <a:buNone/>
            </a:pPr>
            <a:r>
              <a:t/>
            </a:r>
            <a:endParaRPr>
              <a:solidFill>
                <a:schemeClr val="dk1"/>
              </a:solidFill>
              <a:latin typeface="Figtree"/>
              <a:ea typeface="Figtree"/>
              <a:cs typeface="Figtree"/>
              <a:sym typeface="Figtree"/>
            </a:endParaRPr>
          </a:p>
          <a:p>
            <a:pPr indent="-317500" lvl="0" marL="457200" marR="0" rtl="0" algn="l">
              <a:lnSpc>
                <a:spcPct val="100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One prompt does not fit all inputs: Instance-specific clarification consistently outperforms generic task prompts.</a:t>
            </a:r>
            <a:endParaRPr>
              <a:solidFill>
                <a:schemeClr val="dk1"/>
              </a:solidFill>
              <a:latin typeface="Figtree"/>
              <a:ea typeface="Figtree"/>
              <a:cs typeface="Figtree"/>
              <a:sym typeface="Figtree"/>
            </a:endParaRPr>
          </a:p>
          <a:p>
            <a:pPr indent="0" lvl="0" marL="457200" marR="0" rtl="0" algn="l">
              <a:lnSpc>
                <a:spcPct val="100000"/>
              </a:lnSpc>
              <a:spcBef>
                <a:spcPts val="0"/>
              </a:spcBef>
              <a:spcAft>
                <a:spcPts val="0"/>
              </a:spcAft>
              <a:buNone/>
            </a:pPr>
            <a:r>
              <a:t/>
            </a:r>
            <a:endParaRPr>
              <a:solidFill>
                <a:schemeClr val="dk1"/>
              </a:solidFill>
              <a:latin typeface="Figtree"/>
              <a:ea typeface="Figtree"/>
              <a:cs typeface="Figtree"/>
              <a:sym typeface="Figtree"/>
            </a:endParaRPr>
          </a:p>
          <a:p>
            <a:pPr indent="-317500" lvl="0" marL="457200" marR="0" rtl="0" algn="l">
              <a:lnSpc>
                <a:spcPct val="100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Bad prompts cause hallucinations &amp; unsafe behavior: Ambiguity → model fills gaps with guesses or harmful assumptions.</a:t>
            </a:r>
            <a:endParaRPr>
              <a:solidFill>
                <a:schemeClr val="dk1"/>
              </a:solidFill>
              <a:latin typeface="Figtree"/>
              <a:ea typeface="Figtree"/>
              <a:cs typeface="Figtree"/>
              <a:sym typeface="Figtree"/>
            </a:endParaRPr>
          </a:p>
          <a:p>
            <a:pPr indent="0" lvl="0" marL="0" marR="0" rtl="0" algn="l">
              <a:lnSpc>
                <a:spcPct val="100000"/>
              </a:lnSpc>
              <a:spcBef>
                <a:spcPts val="0"/>
              </a:spcBef>
              <a:spcAft>
                <a:spcPts val="0"/>
              </a:spcAft>
              <a:buNone/>
            </a:pPr>
            <a:r>
              <a:t/>
            </a:r>
            <a:endParaRPr>
              <a:solidFill>
                <a:schemeClr val="dk1"/>
              </a:solidFill>
              <a:latin typeface="Figtree"/>
              <a:ea typeface="Figtree"/>
              <a:cs typeface="Figtree"/>
              <a:sym typeface="Figtree"/>
            </a:endParaRPr>
          </a:p>
          <a:p>
            <a:pPr indent="-317500" lvl="0" marL="457200" marR="0" rtl="0" algn="l">
              <a:lnSpc>
                <a:spcPct val="100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Fixing prompts beats fixing outputs: Prompting shapes the reasoning trajectory; post-hoc fixes cannot.</a:t>
            </a:r>
            <a:endParaRPr>
              <a:solidFill>
                <a:schemeClr val="dk1"/>
              </a:solidFill>
              <a:latin typeface="Figtree"/>
              <a:ea typeface="Figtree"/>
              <a:cs typeface="Figtree"/>
              <a:sym typeface="Figtre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3b087beae8b_1_78"/>
          <p:cNvSpPr txBox="1"/>
          <p:nvPr>
            <p:ph idx="3" type="title"/>
          </p:nvPr>
        </p:nvSpPr>
        <p:spPr>
          <a:xfrm>
            <a:off x="228600" y="457200"/>
            <a:ext cx="84222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Ask Me Anything: A simple strategy for prompting language models</a:t>
            </a:r>
            <a:endParaRPr b="1"/>
          </a:p>
        </p:txBody>
      </p:sp>
      <p:sp>
        <p:nvSpPr>
          <p:cNvPr id="552" name="Google Shape;552;g3b087beae8b_1_78"/>
          <p:cNvSpPr txBox="1"/>
          <p:nvPr/>
        </p:nvSpPr>
        <p:spPr>
          <a:xfrm>
            <a:off x="315375" y="1419750"/>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
        <p:nvSpPr>
          <p:cNvPr id="553" name="Google Shape;553;g3b087beae8b_1_78"/>
          <p:cNvSpPr txBox="1"/>
          <p:nvPr/>
        </p:nvSpPr>
        <p:spPr>
          <a:xfrm>
            <a:off x="313950" y="1035425"/>
            <a:ext cx="8422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A method that boosts LLM accuracy without training by using multiple different prompt versions and combining their outputs.</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How it works to create a better prompt:</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Rephrase the task into a clear question.</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The model rewrites the original input into a precise question the LLM can answer more reliably.</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Generate many prompt variations.</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It applies multiple “prompt-chains” (different question styles + different in-context examples) to create diverse versions of the prompt.</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Collect multiple answers (“votes”). Each prompt variation produces its own answer.</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Use weak supervision to pick the best one. (Snorkel-style)</a:t>
            </a:r>
            <a:endParaRPr b="0" i="0" sz="1400" u="none" cap="none" strike="noStrike">
              <a:solidFill>
                <a:schemeClr val="dk1"/>
              </a:solidFill>
              <a:latin typeface="Figtree"/>
              <a:ea typeface="Figtree"/>
              <a:cs typeface="Figtree"/>
              <a:sym typeface="Figtre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An unsupervised label model estimates which prompt versions are most reliable and combines their answers into the final output.</a:t>
            </a:r>
            <a:endParaRPr b="0" i="0" sz="1400" u="none" cap="none" strike="noStrike">
              <a:solidFill>
                <a:schemeClr val="dk1"/>
              </a:solidFill>
              <a:latin typeface="Figtree"/>
              <a:ea typeface="Figtree"/>
              <a:cs typeface="Figtree"/>
              <a:sym typeface="Figtre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23"/>
          <p:cNvSpPr txBox="1"/>
          <p:nvPr>
            <p:ph idx="3" type="title"/>
          </p:nvPr>
        </p:nvSpPr>
        <p:spPr>
          <a:xfrm>
            <a:off x="228600" y="457200"/>
            <a:ext cx="84222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Ask Me Anything: A simple strategy for prompting language models</a:t>
            </a:r>
            <a:endParaRPr b="1"/>
          </a:p>
        </p:txBody>
      </p:sp>
      <p:sp>
        <p:nvSpPr>
          <p:cNvPr id="559" name="Google Shape;559;p23"/>
          <p:cNvSpPr txBox="1"/>
          <p:nvPr/>
        </p:nvSpPr>
        <p:spPr>
          <a:xfrm>
            <a:off x="315375" y="1419750"/>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pic>
        <p:nvPicPr>
          <p:cNvPr id="560" name="Google Shape;560;p23"/>
          <p:cNvPicPr preferRelativeResize="0"/>
          <p:nvPr/>
        </p:nvPicPr>
        <p:blipFill rotWithShape="1">
          <a:blip r:embed="rId3">
            <a:alphaModFix/>
          </a:blip>
          <a:srcRect b="0" l="0" r="0" t="0"/>
          <a:stretch/>
        </p:blipFill>
        <p:spPr>
          <a:xfrm>
            <a:off x="1106575" y="1125975"/>
            <a:ext cx="7024750" cy="3557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24"/>
          <p:cNvSpPr txBox="1"/>
          <p:nvPr>
            <p:ph idx="3" type="title"/>
          </p:nvPr>
        </p:nvSpPr>
        <p:spPr>
          <a:xfrm>
            <a:off x="228600" y="457200"/>
            <a:ext cx="84222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StablePrompt: Automatic Prompt Tuning using Reinforcement Learning for Large Language Models (ICLR 2024)</a:t>
            </a:r>
            <a:endParaRPr b="1"/>
          </a:p>
        </p:txBody>
      </p:sp>
      <p:sp>
        <p:nvSpPr>
          <p:cNvPr id="566" name="Google Shape;566;p24"/>
          <p:cNvSpPr txBox="1"/>
          <p:nvPr/>
        </p:nvSpPr>
        <p:spPr>
          <a:xfrm>
            <a:off x="315375" y="1419750"/>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1" i="0" lang="en" sz="1400" u="none" cap="none" strike="noStrike">
                <a:solidFill>
                  <a:schemeClr val="dk1"/>
                </a:solidFill>
                <a:latin typeface="Figtree"/>
                <a:ea typeface="Figtree"/>
                <a:cs typeface="Figtree"/>
                <a:sym typeface="Figtree"/>
              </a:rPr>
              <a:t>Composite heuristic score</a:t>
            </a:r>
            <a:endParaRPr b="1"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Combine automatic metrics:</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Medium"/>
              <a:buChar char="❖"/>
            </a:pPr>
            <a:r>
              <a:rPr b="0" i="0" lang="en" sz="1400" u="none" cap="none" strike="noStrike">
                <a:solidFill>
                  <a:schemeClr val="dk1"/>
                </a:solidFill>
                <a:latin typeface="Figtree"/>
                <a:ea typeface="Figtree"/>
                <a:cs typeface="Figtree"/>
                <a:sym typeface="Figtree"/>
              </a:rPr>
              <a:t>Writing quality → Lexical richness, readability metrics (Flesch–Kincaid, Dale–Chall)</a:t>
            </a:r>
            <a:endParaRPr b="0" i="0" sz="1400" u="none" cap="none" strike="noStrike">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Medium"/>
              <a:buChar char="❖"/>
            </a:pPr>
            <a:r>
              <a:rPr b="0" i="0" lang="en" sz="1400" u="none" cap="none" strike="noStrike">
                <a:solidFill>
                  <a:schemeClr val="dk1"/>
                </a:solidFill>
                <a:latin typeface="Figtree"/>
                <a:ea typeface="Figtree"/>
                <a:cs typeface="Figtree"/>
                <a:sym typeface="Figtree"/>
              </a:rPr>
              <a:t>Coherence → coherence classifier</a:t>
            </a:r>
            <a:endParaRPr b="0" i="0" sz="1400" u="none" cap="none" strike="noStrike">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Medium"/>
              <a:buChar char="❖"/>
            </a:pPr>
            <a:r>
              <a:rPr b="0" i="0" lang="en" sz="1400" u="none" cap="none" strike="noStrike">
                <a:solidFill>
                  <a:schemeClr val="dk1"/>
                </a:solidFill>
                <a:latin typeface="Figtree"/>
                <a:ea typeface="Figtree"/>
                <a:cs typeface="Figtree"/>
                <a:sym typeface="Figtree"/>
              </a:rPr>
              <a:t>Professional tone → sentiment + formality classifier</a:t>
            </a:r>
            <a:endParaRPr b="0" i="0" sz="1400" u="none" cap="none" strike="noStrike">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Medium"/>
              <a:buChar char="❖"/>
            </a:pPr>
            <a:r>
              <a:rPr b="0" i="0" lang="en" sz="1400" u="none" cap="none" strike="noStrike">
                <a:solidFill>
                  <a:schemeClr val="dk1"/>
                </a:solidFill>
                <a:latin typeface="Figtree"/>
                <a:ea typeface="Figtree"/>
                <a:cs typeface="Figtree"/>
                <a:sym typeface="Figtree"/>
              </a:rPr>
              <a:t>Fluency → perplexity</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This becomes the reward function:</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R = w₁readability + w₂professionalism + w₃*fluency − penalties</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Use Reinforcement learning.</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25"/>
          <p:cNvSpPr txBox="1"/>
          <p:nvPr>
            <p:ph idx="3" type="title"/>
          </p:nvPr>
        </p:nvSpPr>
        <p:spPr>
          <a:xfrm>
            <a:off x="228600" y="457200"/>
            <a:ext cx="85002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Self Refine: Iterative Refinement with Self-Feedback (NIPS 2023)</a:t>
            </a:r>
            <a:endParaRPr b="1"/>
          </a:p>
        </p:txBody>
      </p:sp>
      <p:sp>
        <p:nvSpPr>
          <p:cNvPr id="572" name="Google Shape;572;p25"/>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Generate multiple outputs from each candidate prompt.</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Ask the LLM to critique them:</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“Evaluate which output is most polished, concise, and recruiter-friendly. Explain why.”</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Use the critiques to rewrite the prompt.</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Repeat for 5–10 iterations.</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sng" cap="none" strike="noStrike">
                <a:solidFill>
                  <a:schemeClr val="hlink"/>
                </a:solidFill>
                <a:latin typeface="Figtree"/>
                <a:ea typeface="Figtree"/>
                <a:cs typeface="Figtree"/>
                <a:sym typeface="Figtree"/>
                <a:hlinkClick r:id="rId3"/>
              </a:rPr>
              <a:t>https://arxiv.org/pdf/2303.17651</a:t>
            </a:r>
            <a:br>
              <a:rPr b="0" i="0" lang="en" sz="1400" u="none" cap="none" strike="noStrike">
                <a:solidFill>
                  <a:schemeClr val="dk1"/>
                </a:solidFill>
                <a:latin typeface="Figtree"/>
                <a:ea typeface="Figtree"/>
                <a:cs typeface="Figtree"/>
                <a:sym typeface="Figtree"/>
              </a:rPr>
            </a:br>
            <a:r>
              <a:rPr b="0" i="0" lang="en" sz="1400" u="sng" cap="none" strike="noStrike">
                <a:solidFill>
                  <a:schemeClr val="hlink"/>
                </a:solidFill>
                <a:latin typeface="Figtree"/>
                <a:ea typeface="Figtree"/>
                <a:cs typeface="Figtree"/>
                <a:sym typeface="Figtree"/>
                <a:hlinkClick r:id="rId4"/>
              </a:rPr>
              <a:t>https://selfrefine.info/</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26"/>
          <p:cNvSpPr txBox="1"/>
          <p:nvPr>
            <p:ph idx="3" type="title"/>
          </p:nvPr>
        </p:nvSpPr>
        <p:spPr>
          <a:xfrm>
            <a:off x="228600" y="457200"/>
            <a:ext cx="85002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Instances Need More Care: Rewriting Prompts for Instances with LLMs in the Loop Yields Better Zero-Shot Performance (ACL 2024)</a:t>
            </a:r>
            <a:endParaRPr b="1"/>
          </a:p>
        </p:txBody>
      </p:sp>
      <p:sp>
        <p:nvSpPr>
          <p:cNvPr id="578" name="Google Shape;578;p26"/>
          <p:cNvSpPr txBox="1"/>
          <p:nvPr/>
        </p:nvSpPr>
        <p:spPr>
          <a:xfrm>
            <a:off x="299750" y="1264025"/>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Recent work like PROMPTED shows that a meta-LLM can improve your prompt on the fly.</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Framework:</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You supply:</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“Here is my prompt. Here is the input text. Rewrite my prompt to optimize for clarity, professionalism, recruiter appeal.”</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Meta-model outputs a better prompt.</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You use that new prompt on the polishing model.</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27"/>
          <p:cNvSpPr txBox="1"/>
          <p:nvPr>
            <p:ph idx="3" type="title"/>
          </p:nvPr>
        </p:nvSpPr>
        <p:spPr>
          <a:xfrm>
            <a:off x="228600" y="457200"/>
            <a:ext cx="85002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Overall Proposed Pipeline to generate GenuineGPT Profiles (LLM Refined)</a:t>
            </a:r>
            <a:endParaRPr b="1"/>
          </a:p>
        </p:txBody>
      </p:sp>
      <p:sp>
        <p:nvSpPr>
          <p:cNvPr id="584" name="Google Shape;584;p27"/>
          <p:cNvSpPr txBox="1"/>
          <p:nvPr/>
        </p:nvSpPr>
        <p:spPr>
          <a:xfrm>
            <a:off x="299750" y="1264025"/>
            <a:ext cx="8059200" cy="36483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Step 1: Pick an initial polishing instruction.</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Step 2: Generate 5–20 variants of the seed prompt</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Use: PROMPTED (meta rewriting), or simple manual rewrites</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Step 3: Evaluate each using LLM-as-a-judge + heuristics</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Ask a judge LLM:</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“Rate this polished profile on clarity, professionalism, conciseness, impact, and recruiter appeal.”</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Also compute: readability, fluency/perplexity</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Step 4: Run evolutionary search or StablePrompt</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Use the reward function (LLM-judge + heuristics) to pick the best prompts and mutate them.</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rPr b="0" i="0" lang="en" sz="1400" u="none" cap="none" strike="noStrike">
                <a:solidFill>
                  <a:schemeClr val="dk1"/>
                </a:solidFill>
                <a:latin typeface="Figtree"/>
                <a:ea typeface="Figtree"/>
                <a:cs typeface="Figtree"/>
                <a:sym typeface="Figtree"/>
              </a:rPr>
              <a:t>Step 5: Pick the strongest final prompt</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b087beae8b_1_52"/>
          <p:cNvSpPr txBox="1"/>
          <p:nvPr>
            <p:ph idx="3" type="title"/>
          </p:nvPr>
        </p:nvSpPr>
        <p:spPr>
          <a:xfrm>
            <a:off x="228600" y="457200"/>
            <a:ext cx="85002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LLM Polishing Profile Prompts (hand-written)</a:t>
            </a:r>
            <a:endParaRPr b="1"/>
          </a:p>
        </p:txBody>
      </p:sp>
      <p:sp>
        <p:nvSpPr>
          <p:cNvPr id="590" name="Google Shape;590;g3b087beae8b_1_52"/>
          <p:cNvSpPr txBox="1"/>
          <p:nvPr/>
        </p:nvSpPr>
        <p:spPr>
          <a:xfrm>
            <a:off x="299750" y="1264025"/>
            <a:ext cx="8059200" cy="36483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I'll provide you with my current LinkedIn profile. Please modify it to make it more professional and make the keywords optimized better for searches. Constraints: Preserve factual accuracy - do not invent or add details beyond those provided. Do not exaggerate either. Keep it concise and keep the headings and subheadings the same.</a:t>
            </a:r>
            <a:endParaRPr>
              <a:solidFill>
                <a:schemeClr val="dk1"/>
              </a:solidFill>
              <a:latin typeface="Figtree"/>
              <a:ea typeface="Figtree"/>
              <a:cs typeface="Figtree"/>
              <a:sym typeface="Figtree"/>
            </a:endParaRPr>
          </a:p>
          <a:p>
            <a:pPr indent="0" lvl="0" marL="457200" rtl="0" algn="l">
              <a:lnSpc>
                <a:spcPct val="115000"/>
              </a:lnSpc>
              <a:spcBef>
                <a:spcPts val="0"/>
              </a:spcBef>
              <a:spcAft>
                <a:spcPts val="0"/>
              </a:spcAft>
              <a:buNone/>
            </a:pPr>
            <a:r>
              <a:t/>
            </a:r>
            <a:endParaRPr>
              <a:solidFill>
                <a:schemeClr val="dk1"/>
              </a:solidFill>
              <a:latin typeface="Figtree"/>
              <a:ea typeface="Figtree"/>
              <a:cs typeface="Figtree"/>
              <a:sym typeface="Figtree"/>
            </a:endParaRPr>
          </a:p>
          <a:p>
            <a:pPr indent="-317500" lvl="0" marL="457200" rtl="0" algn="l">
              <a:lnSpc>
                <a:spcPct val="115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I want to polish my linkedIn profile to be written to highlight leadership and volunteering roles and to clearly highlight the impact of every project I have undertaken. You can exaggerate in tone slightly but not in facts. Here is my profile, output in the same format as the input.</a:t>
            </a:r>
            <a:endParaRPr>
              <a:solidFill>
                <a:schemeClr val="dk1"/>
              </a:solidFill>
              <a:latin typeface="Figtree"/>
              <a:ea typeface="Figtree"/>
              <a:cs typeface="Figtree"/>
              <a:sym typeface="Figtree"/>
            </a:endParaRPr>
          </a:p>
          <a:p>
            <a:pPr indent="0" lvl="0" marL="457200" rtl="0" algn="l">
              <a:lnSpc>
                <a:spcPct val="115000"/>
              </a:lnSpc>
              <a:spcBef>
                <a:spcPts val="0"/>
              </a:spcBef>
              <a:spcAft>
                <a:spcPts val="0"/>
              </a:spcAft>
              <a:buNone/>
            </a:pPr>
            <a:r>
              <a:t/>
            </a:r>
            <a:endParaRPr>
              <a:solidFill>
                <a:schemeClr val="dk1"/>
              </a:solidFill>
              <a:latin typeface="Figtree"/>
              <a:ea typeface="Figtree"/>
              <a:cs typeface="Figtree"/>
              <a:sym typeface="Figtree"/>
            </a:endParaRPr>
          </a:p>
          <a:p>
            <a:pPr indent="-317500" lvl="0" marL="457200" rtl="0" algn="l">
              <a:lnSpc>
                <a:spcPct val="115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I want to modify my current linkedIn profile to appear as if I am a generalist and master of all trades. Without modifying any details or inventing new facts, maintain factual accuracy but modify my profile for this same purpose. You can modify the headings and subheadings too but do not make them very different from what is currently present.</a:t>
            </a:r>
            <a:endParaRPr>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b087beae8b_1_58"/>
          <p:cNvSpPr txBox="1"/>
          <p:nvPr>
            <p:ph idx="3" type="title"/>
          </p:nvPr>
        </p:nvSpPr>
        <p:spPr>
          <a:xfrm>
            <a:off x="228600" y="457200"/>
            <a:ext cx="85002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LLM Polishing Profile Prompts (hand-written)</a:t>
            </a:r>
            <a:endParaRPr b="1"/>
          </a:p>
        </p:txBody>
      </p:sp>
      <p:sp>
        <p:nvSpPr>
          <p:cNvPr id="596" name="Google Shape;596;g3b087beae8b_1_58"/>
          <p:cNvSpPr txBox="1"/>
          <p:nvPr/>
        </p:nvSpPr>
        <p:spPr>
          <a:xfrm>
            <a:off x="299750" y="1264025"/>
            <a:ext cx="8059200" cy="364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lt1"/>
              </a:buClr>
              <a:buSzPts val="1100"/>
              <a:buFont typeface="Arial"/>
              <a:buNone/>
            </a:pPr>
            <a:r>
              <a:t/>
            </a:r>
            <a:endParaRPr>
              <a:solidFill>
                <a:schemeClr val="dk1"/>
              </a:solidFill>
              <a:latin typeface="Figtree"/>
              <a:ea typeface="Figtree"/>
              <a:cs typeface="Figtree"/>
              <a:sym typeface="Figtree"/>
            </a:endParaRPr>
          </a:p>
          <a:p>
            <a:pPr indent="-317500" lvl="0" marL="457200" rtl="0" algn="l">
              <a:lnSpc>
                <a:spcPct val="115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I want to make my linkedIn profile more ATS friendly, can you modify the content and the headings and subheadings from my profile, give the output in the same format as the input.</a:t>
            </a:r>
            <a:endParaRPr>
              <a:solidFill>
                <a:schemeClr val="dk1"/>
              </a:solidFill>
              <a:latin typeface="Figtree"/>
              <a:ea typeface="Figtree"/>
              <a:cs typeface="Figtree"/>
              <a:sym typeface="Figtree"/>
            </a:endParaRPr>
          </a:p>
          <a:p>
            <a:pPr indent="0" lvl="0" marL="457200" rtl="0" algn="l">
              <a:lnSpc>
                <a:spcPct val="115000"/>
              </a:lnSpc>
              <a:spcBef>
                <a:spcPts val="0"/>
              </a:spcBef>
              <a:spcAft>
                <a:spcPts val="0"/>
              </a:spcAft>
              <a:buNone/>
            </a:pPr>
            <a:r>
              <a:t/>
            </a:r>
            <a:endParaRPr>
              <a:solidFill>
                <a:schemeClr val="dk1"/>
              </a:solidFill>
              <a:latin typeface="Figtree"/>
              <a:ea typeface="Figtree"/>
              <a:cs typeface="Figtree"/>
              <a:sym typeface="Figtree"/>
            </a:endParaRPr>
          </a:p>
          <a:p>
            <a:pPr indent="-317500" lvl="0" marL="457200" rtl="0" algn="l">
              <a:lnSpc>
                <a:spcPct val="115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I want to modify my profile to make it sound more technical and like I have a lot of technical knowledge and expertise. Modify the given profile without inventing or adding any new details and give the output in the same format as the input.</a:t>
            </a:r>
            <a:endParaRPr>
              <a:solidFill>
                <a:schemeClr val="dk1"/>
              </a:solidFill>
              <a:latin typeface="Figtree"/>
              <a:ea typeface="Figtree"/>
              <a:cs typeface="Figtree"/>
              <a:sym typeface="Figtree"/>
            </a:endParaRPr>
          </a:p>
          <a:p>
            <a:pPr indent="0" lvl="0" marL="457200" rtl="0" algn="l">
              <a:lnSpc>
                <a:spcPct val="115000"/>
              </a:lnSpc>
              <a:spcBef>
                <a:spcPts val="0"/>
              </a:spcBef>
              <a:spcAft>
                <a:spcPts val="0"/>
              </a:spcAft>
              <a:buNone/>
            </a:pPr>
            <a:r>
              <a:t/>
            </a:r>
            <a:endParaRPr>
              <a:solidFill>
                <a:schemeClr val="dk1"/>
              </a:solidFill>
              <a:latin typeface="Figtree"/>
              <a:ea typeface="Figtree"/>
              <a:cs typeface="Figtree"/>
              <a:sym typeface="Figtree"/>
            </a:endParaRPr>
          </a:p>
          <a:p>
            <a:pPr indent="-317500" lvl="0" marL="457200" rtl="0" algn="l">
              <a:lnSpc>
                <a:spcPct val="115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Proofread my profile to check for any grammatical errors and improve the language wherever you can.</a:t>
            </a:r>
            <a:endParaRPr>
              <a:solidFill>
                <a:schemeClr val="dk1"/>
              </a:solidFill>
              <a:latin typeface="Figtree"/>
              <a:ea typeface="Figtree"/>
              <a:cs typeface="Figtree"/>
              <a:sym typeface="Figtree"/>
            </a:endParaRPr>
          </a:p>
          <a:p>
            <a:pPr indent="0" lvl="0" marL="0" rtl="0" algn="l">
              <a:lnSpc>
                <a:spcPct val="115000"/>
              </a:lnSpc>
              <a:spcBef>
                <a:spcPts val="0"/>
              </a:spcBef>
              <a:spcAft>
                <a:spcPts val="0"/>
              </a:spcAft>
              <a:buClr>
                <a:schemeClr val="lt1"/>
              </a:buClr>
              <a:buSzPts val="1100"/>
              <a:buFont typeface="Arial"/>
              <a:buNone/>
            </a:pPr>
            <a:r>
              <a:t/>
            </a:r>
            <a:endParaRPr>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19"/>
          <p:cNvSpPr txBox="1"/>
          <p:nvPr>
            <p:ph idx="3" type="title"/>
          </p:nvPr>
        </p:nvSpPr>
        <p:spPr>
          <a:xfrm>
            <a:off x="228600" y="457200"/>
            <a:ext cx="5370900" cy="464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2000"/>
              <a:buNone/>
            </a:pPr>
            <a:r>
              <a:rPr b="1" lang="en"/>
              <a:t>Future Work</a:t>
            </a:r>
            <a:endParaRPr b="1"/>
          </a:p>
        </p:txBody>
      </p:sp>
      <p:sp>
        <p:nvSpPr>
          <p:cNvPr id="602" name="Google Shape;602;p19"/>
          <p:cNvSpPr txBox="1"/>
          <p:nvPr/>
        </p:nvSpPr>
        <p:spPr>
          <a:xfrm>
            <a:off x="284100" y="1084025"/>
            <a:ext cx="8059200" cy="36483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1"/>
              </a:buClr>
              <a:buSzPts val="1400"/>
              <a:buFont typeface="Figtree Medium"/>
              <a:buChar char="❖"/>
            </a:pPr>
            <a:r>
              <a:rPr lang="en">
                <a:solidFill>
                  <a:schemeClr val="dk1"/>
                </a:solidFill>
                <a:latin typeface="Figtree"/>
                <a:ea typeface="Figtree"/>
                <a:cs typeface="Figtree"/>
                <a:sym typeface="Figtree"/>
              </a:rPr>
              <a:t>Generate GenuineGPT profiles by utilising prompts on real LinkedIn profiles and LLMs, extending the current dataset to 4 classes</a:t>
            </a:r>
            <a:endParaRPr>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None/>
            </a:pPr>
            <a:r>
              <a:t/>
            </a:r>
            <a:endParaRPr>
              <a:solidFill>
                <a:schemeClr val="dk1"/>
              </a:solidFill>
              <a:latin typeface="Figtree"/>
              <a:ea typeface="Figtree"/>
              <a:cs typeface="Figtree"/>
              <a:sym typeface="Figtree"/>
            </a:endParaRPr>
          </a:p>
          <a:p>
            <a:pPr indent="-317500" lvl="0" marL="457200" marR="0" rtl="0" algn="l">
              <a:lnSpc>
                <a:spcPct val="115000"/>
              </a:lnSpc>
              <a:spcBef>
                <a:spcPts val="0"/>
              </a:spcBef>
              <a:spcAft>
                <a:spcPts val="0"/>
              </a:spcAft>
              <a:buClr>
                <a:schemeClr val="dk1"/>
              </a:buClr>
              <a:buSzPts val="1400"/>
              <a:buFont typeface="Figtree"/>
              <a:buChar char="❖"/>
            </a:pPr>
            <a:r>
              <a:rPr lang="en">
                <a:solidFill>
                  <a:schemeClr val="dk1"/>
                </a:solidFill>
                <a:latin typeface="Figtree"/>
                <a:ea typeface="Figtree"/>
                <a:cs typeface="Figtree"/>
                <a:sym typeface="Figtree"/>
              </a:rPr>
              <a:t>Develop a model for 4-way classification and compare with existing baselines (LLM DetectAive-main)</a:t>
            </a:r>
            <a:endParaRPr>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a:ea typeface="Figtree"/>
              <a:cs typeface="Figtree"/>
              <a:sym typeface="Figtree"/>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Figtree Medium"/>
              <a:ea typeface="Figtree Medium"/>
              <a:cs typeface="Figtree Medium"/>
              <a:sym typeface="Figtree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Dark mode gradients">
  <a:themeElements>
    <a:clrScheme name="Simple Light">
      <a:dk1>
        <a:srgbClr val="FFFFFF"/>
      </a:dk1>
      <a:lt1>
        <a:srgbClr val="000000"/>
      </a:lt1>
      <a:dk2>
        <a:srgbClr val="FF6234"/>
      </a:dk2>
      <a:lt2>
        <a:srgbClr val="AB4FF6"/>
      </a:lt2>
      <a:accent1>
        <a:srgbClr val="202124"/>
      </a:accent1>
      <a:accent2>
        <a:srgbClr val="F7F2F1"/>
      </a:accent2>
      <a:accent3>
        <a:srgbClr val="BABCC2"/>
      </a:accent3>
      <a:accent4>
        <a:srgbClr val="FCE5CD"/>
      </a:accent4>
      <a:accent5>
        <a:srgbClr val="FF5F79"/>
      </a:accent5>
      <a:accent6>
        <a:srgbClr val="D20972"/>
      </a:accent6>
      <a:hlink>
        <a:srgbClr val="3C78D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